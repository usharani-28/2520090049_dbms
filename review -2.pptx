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800435-9830-42F8-A21A-1044A03F24D6}" v="7" dt="2026-10-02T18:11:14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ha Rani Kuppa" userId="a637103af95fe8ae" providerId="LiveId" clId="{639ECAB8-18B7-4FB0-ADC7-A5EB2DD49A77}"/>
    <pc:docChg chg="custSel modSld">
      <pc:chgData name="Usha Rani Kuppa" userId="a637103af95fe8ae" providerId="LiveId" clId="{639ECAB8-18B7-4FB0-ADC7-A5EB2DD49A77}" dt="2026-10-02T18:11:19.134" v="12" actId="27636"/>
      <pc:docMkLst>
        <pc:docMk/>
      </pc:docMkLst>
      <pc:sldChg chg="addSp modSp mod">
        <pc:chgData name="Usha Rani Kuppa" userId="a637103af95fe8ae" providerId="LiveId" clId="{639ECAB8-18B7-4FB0-ADC7-A5EB2DD49A77}" dt="2026-10-02T18:11:19.134" v="12" actId="27636"/>
        <pc:sldMkLst>
          <pc:docMk/>
          <pc:sldMk cId="1145219190" sldId="256"/>
        </pc:sldMkLst>
        <pc:spChg chg="mod">
          <ac:chgData name="Usha Rani Kuppa" userId="a637103af95fe8ae" providerId="LiveId" clId="{639ECAB8-18B7-4FB0-ADC7-A5EB2DD49A77}" dt="2026-10-02T18:11:00.804" v="8" actId="14100"/>
          <ac:spMkLst>
            <pc:docMk/>
            <pc:sldMk cId="1145219190" sldId="256"/>
            <ac:spMk id="2" creationId="{BDC6E25E-240F-C728-5566-25623C6A5149}"/>
          </ac:spMkLst>
        </pc:spChg>
        <pc:spChg chg="mod">
          <ac:chgData name="Usha Rani Kuppa" userId="a637103af95fe8ae" providerId="LiveId" clId="{639ECAB8-18B7-4FB0-ADC7-A5EB2DD49A77}" dt="2026-10-02T18:11:19.134" v="12" actId="27636"/>
          <ac:spMkLst>
            <pc:docMk/>
            <pc:sldMk cId="1145219190" sldId="256"/>
            <ac:spMk id="3" creationId="{5F5FF100-96AA-4541-93BD-14B3DF868AFE}"/>
          </ac:spMkLst>
        </pc:spChg>
        <pc:picChg chg="add mod">
          <ac:chgData name="Usha Rani Kuppa" userId="a637103af95fe8ae" providerId="LiveId" clId="{639ECAB8-18B7-4FB0-ADC7-A5EB2DD49A77}" dt="2026-10-02T18:10:47.879" v="6" actId="1076"/>
          <ac:picMkLst>
            <pc:docMk/>
            <pc:sldMk cId="1145219190" sldId="256"/>
            <ac:picMk id="5" creationId="{8879DAC9-C1AE-8882-C102-6D3BF24EAA6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4A2B9-1E49-0714-BDAC-1830B2BA5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76542-BB9A-DBF3-2BA7-B3F40EA8B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14CCC-543D-8FF4-E58D-F24CE208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AE72-3572-746B-56BE-93796954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6C5C1-3EC3-434F-30EE-F75C9E58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34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37B4-D146-5A95-A7F4-9BB691E3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013E-44F4-2F83-BD92-CD7AD4FAB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F2C3D-FC85-D28D-5471-9692630EB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22615-3944-A256-F8F9-1FEBED10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9203C-DDCE-6676-0DAE-B2D01AE5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31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35199-3D4B-D17A-13D9-456D91929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C07DD-DEC5-51A7-DCFB-7CAAAA631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4CC8C-62B0-979A-917F-7BBFD50E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41546-834E-760E-DCD8-5DDCDBBC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F3012-FC8B-61D9-482A-BF34D32F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225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DA87-2115-EE69-3097-357441AD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F84F5-3F52-8A0B-7764-DDB007F93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39D18-338D-A3C6-D9D4-AACD7A971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3E06E-02C4-A672-0F61-18222107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5BAAF-C41E-A13D-FFD0-42CCBC15E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C1B84-A489-2849-28AC-861C8F80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31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5081-18C8-E566-3E5D-79FB7A8D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EDB30-AF52-06C5-8806-6A21A1946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C7623-7B57-3FA1-A5F3-01FA32B1A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138A9-DFA6-8221-EAA3-8B3C4243A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87D9A-9312-72C0-0FAD-A8027547D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B1538A-5875-FE76-3FAD-C90967AA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D8174-1FF9-88D3-3CBE-9E0FF91B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372A7A-0158-92C8-8A7A-4E70C8B8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45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539E-1B9C-BE73-0EF6-4656A8B1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2627B-53C8-C331-A025-236C81397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4F298-3B44-96F1-BED1-5B0B39CE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1660F-3897-B1CC-9250-D860F906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87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F4E1E6-BBF2-2798-9553-3EF32F25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8CE370-F761-9FA6-1100-FC0E9CFB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DF695-597C-6D58-87C4-64AEE84F8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031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7A19-2DBA-8357-389A-0D4C7D218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577D-8DC7-1B03-E717-E8CFB6EAE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10092-D1D9-6681-DF52-1F0966EF2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E17B0-5138-96F8-5DA0-D64F250D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06C54-3E65-CDAE-BE84-E9E679B3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7EB63-58F0-FB2D-8B1E-B46D7642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08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E9470-3496-A8CA-0EC9-535754ED4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B2678-EC14-7C55-7CD4-6C797B52538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DCEC7-659F-D717-501A-B08586C75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D301C-7562-F610-F059-CF0C73648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7B75E-FB70-58F0-31EE-80D58CF0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B2102-DC80-6A09-314B-C0DC9A1D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25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B0495-8823-C169-C0A4-EBA1D4B9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2D40B6-E1E4-A84D-571F-9E4111B02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3332E-EBD0-C8DA-4CAA-EFE07861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39E96-6E5E-3089-B2BF-E1462E025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F67BD-473B-DBA5-FE6F-7D23A89A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02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DBB70A-EC75-ADD4-AEDB-B8DB9F42B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04489-A5BC-164B-65B6-751E6D117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1E25E-8A6D-0BD5-1EF0-53DFAAD0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8C801-D619-AD6C-DC55-F3E8B246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63A91-59D6-3450-004C-2697E076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50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8F879-5D92-C520-4316-49442D64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0E072-776E-0258-87EE-636EF356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C0453-D632-AB1A-C5EC-C2142965B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28E5D-2CB3-408F-9D7D-18B06BD84DA7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FE75B-1B50-5EDD-E5A3-E86613D58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B4CE7-BB0A-96C7-0DD4-D92350B8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9CBF2D-2647-4E93-BE41-94FA691BD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27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E25E-240F-C728-5566-25623C6A5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4189"/>
            <a:ext cx="9144000" cy="109196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FF100-96AA-4541-93BD-14B3DF868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9621" y="1926149"/>
            <a:ext cx="9288379" cy="3331651"/>
          </a:xfrm>
        </p:spPr>
        <p:txBody>
          <a:bodyPr>
            <a:normAutofit fontScale="92500" lnSpcReduction="10000"/>
          </a:bodyPr>
          <a:lstStyle/>
          <a:p>
            <a:r>
              <a:rPr lang="en-US"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Hostel and Mess Manage System</a:t>
            </a:r>
          </a:p>
          <a:p>
            <a:r>
              <a:rPr lang="en-US" b="1" dirty="0">
                <a:solidFill>
                  <a:srgbClr val="FF0000"/>
                </a:solidFill>
              </a:rPr>
              <a:t>Team Members Details</a:t>
            </a:r>
          </a:p>
          <a:p>
            <a:r>
              <a:rPr lang="en-US" dirty="0"/>
              <a:t>Usharani-2520090049</a:t>
            </a:r>
          </a:p>
          <a:p>
            <a:r>
              <a:rPr lang="en-US" dirty="0"/>
              <a:t>Mrudula-2520090073</a:t>
            </a:r>
          </a:p>
          <a:p>
            <a:r>
              <a:rPr lang="en-US" dirty="0"/>
              <a:t>Navya-2520090189</a:t>
            </a:r>
          </a:p>
          <a:p>
            <a:r>
              <a:rPr lang="en-US" dirty="0"/>
              <a:t>II Year  </a:t>
            </a:r>
            <a:r>
              <a:rPr lang="en-US" dirty="0" err="1"/>
              <a:t>B.Tech</a:t>
            </a:r>
            <a:r>
              <a:rPr lang="en-US" dirty="0"/>
              <a:t> – I Semester – CS &amp; IT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Under the Guidance of</a:t>
            </a:r>
          </a:p>
          <a:p>
            <a:r>
              <a:rPr lang="en-US" b="1" dirty="0">
                <a:solidFill>
                  <a:srgbClr val="FF0000"/>
                </a:solidFill>
              </a:rPr>
              <a:t>Dr .M . Gayatri</a:t>
            </a:r>
            <a:endParaRPr lang="en-IN" b="1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B223DB-1848-4B4B-BF6B-5167452CFCA5}"/>
              </a:ext>
            </a:extLst>
          </p:cNvPr>
          <p:cNvSpPr/>
          <p:nvPr/>
        </p:nvSpPr>
        <p:spPr>
          <a:xfrm>
            <a:off x="0" y="0"/>
            <a:ext cx="12192000" cy="83418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9AE861-EAC5-E7C4-39F9-0F19B82BC8EC}"/>
              </a:ext>
            </a:extLst>
          </p:cNvPr>
          <p:cNvSpPr/>
          <p:nvPr/>
        </p:nvSpPr>
        <p:spPr>
          <a:xfrm>
            <a:off x="0" y="6023811"/>
            <a:ext cx="12192000" cy="83418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879DAC9-C1AE-8882-C102-6D3BF24EA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34189"/>
            <a:ext cx="9144000" cy="109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521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F877-4436-56CC-84DB-B6EDAB0A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4189"/>
            <a:ext cx="10515600" cy="856499"/>
          </a:xfrm>
        </p:spPr>
        <p:txBody>
          <a:bodyPr/>
          <a:lstStyle/>
          <a:p>
            <a:r>
              <a:rPr lang="en-US" dirty="0"/>
              <a:t>RELAVANCE TO PROJECT TITLE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91831-78DF-B823-50F4-17384631C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33123"/>
          </a:xfrm>
        </p:spPr>
        <p:txBody>
          <a:bodyPr/>
          <a:lstStyle/>
          <a:p>
            <a:pPr marL="0" indent="0">
              <a:buNone/>
            </a:pPr>
            <a:r>
              <a:rPr lang="en-IN" altLang="en-US" dirty="0"/>
              <a:t>The project focuses on digitizing </a:t>
            </a:r>
            <a:r>
              <a:rPr lang="en-IN" altLang="en-US" b="1" dirty="0"/>
              <a:t>hostel management and student accommodation services</a:t>
            </a:r>
            <a:r>
              <a:rPr lang="en-IN" altLang="en-US" dirty="0"/>
              <a:t>. </a:t>
            </a:r>
          </a:p>
          <a:p>
            <a:pPr marL="0" indent="0">
              <a:buNone/>
            </a:pPr>
            <a:r>
              <a:rPr lang="en-IN" altLang="en-US" dirty="0"/>
              <a:t>It manages </a:t>
            </a:r>
            <a:r>
              <a:rPr lang="en-IN" altLang="en-US" b="1" dirty="0"/>
              <a:t>students, hostels, rooms, bookings, payments, leave requests, complaints, maintenance and room allocation</a:t>
            </a:r>
            <a:r>
              <a:rPr lang="en-IN" altLang="en-US" dirty="0"/>
              <a:t>. </a:t>
            </a:r>
          </a:p>
          <a:p>
            <a:pPr marL="0" indent="0">
              <a:buNone/>
            </a:pPr>
            <a:r>
              <a:rPr lang="en-IN" altLang="en-US" dirty="0"/>
              <a:t>Separate </a:t>
            </a:r>
            <a:r>
              <a:rPr lang="en-IN" altLang="en-US" b="1" dirty="0"/>
              <a:t>Student and Admin dashboards</a:t>
            </a:r>
            <a:r>
              <a:rPr lang="en-IN" altLang="en-US" dirty="0"/>
              <a:t> provide role-based access. </a:t>
            </a:r>
          </a:p>
          <a:p>
            <a:pPr marL="0" indent="0">
              <a:buNone/>
            </a:pPr>
            <a:r>
              <a:rPr lang="en-IN" altLang="en-US" dirty="0"/>
              <a:t>The system addresses common problems such as manual records, delayed requests and difficulty tracking hostel services.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2B63D8-6E9E-9687-0D15-B04550EAAA96}"/>
              </a:ext>
            </a:extLst>
          </p:cNvPr>
          <p:cNvSpPr/>
          <p:nvPr/>
        </p:nvSpPr>
        <p:spPr>
          <a:xfrm>
            <a:off x="0" y="0"/>
            <a:ext cx="12192000" cy="83418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ED5B36-36A5-89BA-A39F-36329F2A85EC}"/>
              </a:ext>
            </a:extLst>
          </p:cNvPr>
          <p:cNvSpPr/>
          <p:nvPr/>
        </p:nvSpPr>
        <p:spPr>
          <a:xfrm>
            <a:off x="0" y="6023811"/>
            <a:ext cx="12192000" cy="83418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88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F24C-D011-82CF-1934-52C482E1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6499"/>
            <a:ext cx="10515600" cy="834189"/>
          </a:xfrm>
        </p:spPr>
        <p:txBody>
          <a:bodyPr/>
          <a:lstStyle/>
          <a:p>
            <a:r>
              <a:rPr lang="en-US" dirty="0"/>
              <a:t>DEPTH &amp; QUALITY OF 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2D6E6-C9A4-5747-B135-93BADE53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705" y="1767391"/>
            <a:ext cx="10515600" cy="4477501"/>
          </a:xfrm>
        </p:spPr>
        <p:txBody>
          <a:bodyPr/>
          <a:lstStyle/>
          <a:p>
            <a:pPr marL="0" indent="0">
              <a:buNone/>
            </a:pPr>
            <a:r>
              <a:rPr lang="en-IN" altLang="en-US" dirty="0"/>
              <a:t>Existing research shows that web-based hostel systems can reduce manual work and improve transparency. </a:t>
            </a:r>
          </a:p>
          <a:p>
            <a:pPr marL="0" indent="0">
              <a:buNone/>
            </a:pPr>
            <a:r>
              <a:rPr lang="en-IN" altLang="en-US" dirty="0"/>
              <a:t>Previous systems commonly focus on student registration, room allocation, maintenance and complaint management. </a:t>
            </a:r>
          </a:p>
          <a:p>
            <a:pPr marL="0" indent="0">
              <a:buNone/>
            </a:pPr>
            <a:r>
              <a:rPr lang="en-IN" altLang="en-US" dirty="0"/>
              <a:t>Recent systems have introduced role-based access, centralized dashboards and real-time data synchronization. </a:t>
            </a:r>
          </a:p>
          <a:p>
            <a:pPr marL="0" indent="0">
              <a:buNone/>
            </a:pPr>
            <a:r>
              <a:rPr lang="en-IN" altLang="en-US" dirty="0"/>
              <a:t>Research on accommodation management also highlights centralized reservation and transaction records as a way to reduce data inconsistency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8F3D48-4BBF-5156-8566-B88DDA39A415}"/>
              </a:ext>
            </a:extLst>
          </p:cNvPr>
          <p:cNvSpPr/>
          <p:nvPr/>
        </p:nvSpPr>
        <p:spPr>
          <a:xfrm>
            <a:off x="0" y="0"/>
            <a:ext cx="12192000" cy="83418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F586F-E03F-D32D-8AA3-270A776F973F}"/>
              </a:ext>
            </a:extLst>
          </p:cNvPr>
          <p:cNvSpPr/>
          <p:nvPr/>
        </p:nvSpPr>
        <p:spPr>
          <a:xfrm>
            <a:off x="0" y="6007768"/>
            <a:ext cx="12192000" cy="83418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81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E07B-AE89-37FF-6F8F-DBE028667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6499"/>
            <a:ext cx="10515600" cy="1116680"/>
          </a:xfrm>
        </p:spPr>
        <p:txBody>
          <a:bodyPr>
            <a:normAutofit fontScale="90000"/>
          </a:bodyPr>
          <a:lstStyle/>
          <a:p>
            <a:r>
              <a:rPr lang="en-US" dirty="0"/>
              <a:t>CRITICAL ANALYSIS &amp; SYNTHESIS OF LITERACTURE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3FB6842-A57C-9938-0C84-1493F2DBF8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2228590"/>
              </p:ext>
            </p:extLst>
          </p:nvPr>
        </p:nvGraphicFramePr>
        <p:xfrm>
          <a:off x="838200" y="1973179"/>
          <a:ext cx="10515600" cy="3834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095764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90219412"/>
                    </a:ext>
                  </a:extLst>
                </a:gridCol>
              </a:tblGrid>
              <a:tr h="570032">
                <a:tc>
                  <a:txBody>
                    <a:bodyPr/>
                    <a:lstStyle/>
                    <a:p>
                      <a:r>
                        <a:rPr lang="en-US" dirty="0"/>
                        <a:t>EXISTING SYSTEM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PROJECT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89378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r>
                        <a:rPr lang="en-IN" sz="1800" dirty="0"/>
                        <a:t>Mainly focus on room allocation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Room Allocation + multiple hostel services</a:t>
                      </a:r>
                      <a:endParaRPr lang="en-IN" sz="18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759426703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r>
                        <a:rPr lang="en-US" sz="1800" dirty="0"/>
                        <a:t>Complaint / maintenance handling</a:t>
                      </a:r>
                      <a:endParaRPr lang="en-IN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Complaint and maintenance tracking</a:t>
                      </a:r>
                      <a:endParaRPr lang="en-IN" sz="18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2940182164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r>
                        <a:rPr lang="en-US" sz="1800" dirty="0"/>
                        <a:t>Separate management activities</a:t>
                      </a:r>
                      <a:endParaRPr lang="en-IN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Integrated centralized system</a:t>
                      </a:r>
                      <a:endParaRPr lang="en-IN" sz="18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2979929311"/>
                  </a:ext>
                </a:extLst>
              </a:tr>
              <a:tr h="570032">
                <a:tc>
                  <a:txBody>
                    <a:bodyPr/>
                    <a:lstStyle/>
                    <a:p>
                      <a:r>
                        <a:rPr lang="en-US" sz="1800" dirty="0"/>
                        <a:t>Basic student records</a:t>
                      </a:r>
                      <a:endParaRPr lang="en-IN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Student , booking, payments records</a:t>
                      </a:r>
                      <a:endParaRPr lang="en-IN" sz="18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228455810"/>
                  </a:ext>
                </a:extLst>
              </a:tr>
              <a:tr h="983902">
                <a:tc>
                  <a:txBody>
                    <a:bodyPr/>
                    <a:lstStyle/>
                    <a:p>
                      <a:r>
                        <a:rPr lang="en-US" sz="1800" dirty="0"/>
                        <a:t>Limited service integration </a:t>
                      </a:r>
                      <a:endParaRPr lang="en-IN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Leave, payment, booking, and maintenance together</a:t>
                      </a:r>
                      <a:endParaRPr lang="en-IN" sz="18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259203888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D63BAA9-591D-4B86-F1CC-B30792AA42E4}"/>
              </a:ext>
            </a:extLst>
          </p:cNvPr>
          <p:cNvSpPr/>
          <p:nvPr/>
        </p:nvSpPr>
        <p:spPr>
          <a:xfrm>
            <a:off x="0" y="0"/>
            <a:ext cx="12192000" cy="83418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D96E83-55F7-7AB7-DC1C-9312E844F5B1}"/>
              </a:ext>
            </a:extLst>
          </p:cNvPr>
          <p:cNvSpPr/>
          <p:nvPr/>
        </p:nvSpPr>
        <p:spPr>
          <a:xfrm>
            <a:off x="0" y="6023811"/>
            <a:ext cx="12192000" cy="83418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65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8727-64E5-805C-D493-37FBFFDBB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6499"/>
            <a:ext cx="10515600" cy="834189"/>
          </a:xfrm>
        </p:spPr>
        <p:txBody>
          <a:bodyPr>
            <a:normAutofit fontScale="90000"/>
          </a:bodyPr>
          <a:lstStyle/>
          <a:p>
            <a:r>
              <a:rPr lang="en-US" dirty="0"/>
              <a:t>GAP ANALYSIS THROUGH 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16347-D9DE-3C4C-8DD0-6349B7585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126"/>
            <a:ext cx="10515600" cy="432267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altLang="en-US" b="1" dirty="0"/>
              <a:t>Existing systems commonly provide: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Student registration </a:t>
            </a:r>
          </a:p>
          <a:p>
            <a:pPr marL="0" indent="0">
              <a:buNone/>
            </a:pPr>
            <a:r>
              <a:rPr lang="en-IN" altLang="en-US" dirty="0"/>
              <a:t>Room allocation </a:t>
            </a:r>
          </a:p>
          <a:p>
            <a:pPr marL="0" indent="0">
              <a:buNone/>
            </a:pPr>
            <a:r>
              <a:rPr lang="en-IN" altLang="en-US" dirty="0"/>
              <a:t>Complaint management </a:t>
            </a:r>
          </a:p>
          <a:p>
            <a:pPr marL="0" indent="0">
              <a:buNone/>
            </a:pPr>
            <a:r>
              <a:rPr lang="en-IN" altLang="en-US" dirty="0"/>
              <a:t>Maintenance tracking </a:t>
            </a:r>
          </a:p>
          <a:p>
            <a:pPr marL="0" indent="0">
              <a:buNone/>
            </a:pPr>
            <a:r>
              <a:rPr lang="en-IN" altLang="en-US" b="1" dirty="0"/>
              <a:t>Identified gap: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Hostel services are not always integrated into one platform. </a:t>
            </a:r>
          </a:p>
          <a:p>
            <a:pPr marL="0" indent="0">
              <a:buNone/>
            </a:pPr>
            <a:r>
              <a:rPr lang="en-IN" altLang="en-US" dirty="0"/>
              <a:t>Some systems focus mainly on allocation and complaints. </a:t>
            </a:r>
          </a:p>
          <a:p>
            <a:pPr marL="0" indent="0">
              <a:buNone/>
            </a:pPr>
            <a:r>
              <a:rPr lang="en-IN" altLang="en-US" dirty="0"/>
              <a:t>Additional services such as </a:t>
            </a:r>
            <a:r>
              <a:rPr lang="en-IN" altLang="en-US" b="1" dirty="0"/>
              <a:t>payments, leave requests and room-allocation tracking</a:t>
            </a:r>
            <a:r>
              <a:rPr lang="en-IN" altLang="en-US" dirty="0"/>
              <a:t> can be integrated into a single workflow. </a:t>
            </a:r>
          </a:p>
          <a:p>
            <a:pPr marL="0" indent="0">
              <a:buNone/>
            </a:pPr>
            <a:r>
              <a:rPr lang="en-IN" altLang="en-US" b="1" dirty="0"/>
              <a:t>Proposed solution:</a:t>
            </a:r>
            <a:endParaRPr lang="en-IN" altLang="en-US" dirty="0"/>
          </a:p>
          <a:p>
            <a:pPr marL="0" indent="0">
              <a:buNone/>
            </a:pPr>
            <a:r>
              <a:rPr lang="en-IN" altLang="en-US" dirty="0"/>
              <a:t>A centralized role-based hostel management system integrating accommodation, booking, payment, leave, complaint and maintenance services</a:t>
            </a:r>
            <a:r>
              <a:rPr lang="en-IN" altLang="en-US" b="1" dirty="0"/>
              <a:t>.</a:t>
            </a:r>
            <a:endParaRPr lang="en-IN" alt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63BB4-7AD9-A714-ECB0-F06CF5136DEE}"/>
              </a:ext>
            </a:extLst>
          </p:cNvPr>
          <p:cNvSpPr/>
          <p:nvPr/>
        </p:nvSpPr>
        <p:spPr>
          <a:xfrm>
            <a:off x="0" y="0"/>
            <a:ext cx="12192000" cy="83418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D65A1C-523A-AFFB-8AC9-F3A8DD4D69E0}"/>
              </a:ext>
            </a:extLst>
          </p:cNvPr>
          <p:cNvSpPr/>
          <p:nvPr/>
        </p:nvSpPr>
        <p:spPr>
          <a:xfrm>
            <a:off x="0" y="5894805"/>
            <a:ext cx="12192000" cy="83418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914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304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RELAVANCE TO PROJECT TITLE</vt:lpstr>
      <vt:lpstr>DEPTH &amp; QUALITY OF LITERATURE REVIEW</vt:lpstr>
      <vt:lpstr>CRITICAL ANALYSIS &amp; SYNTHESIS OF LITERACTURE</vt:lpstr>
      <vt:lpstr>GAP ANALYSIS THROUGH LITERATURE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Usha Rani Kuppa</dc:creator>
  <cp:lastModifiedBy>Usha Rani Kuppa</cp:lastModifiedBy>
  <cp:revision>1</cp:revision>
  <dcterms:created xsi:type="dcterms:W3CDTF">2026-10-01T17:55:43Z</dcterms:created>
  <dcterms:modified xsi:type="dcterms:W3CDTF">2026-10-02T18:11:23Z</dcterms:modified>
</cp:coreProperties>
</file>
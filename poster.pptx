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981CB-D317-4470-8925-EA00122242E1}" v="2" dt="2026-10-02T12:20:3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00" d="100"/>
          <a:sy n="400" d="100"/>
        </p:scale>
        <p:origin x="-19536" y="-34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ha Rani Kuppa" userId="a637103af95fe8ae" providerId="LiveId" clId="{639ECAB8-18B7-4FB0-ADC7-A5EB2DD49A77}"/>
    <pc:docChg chg="undo custSel modSld">
      <pc:chgData name="Usha Rani Kuppa" userId="a637103af95fe8ae" providerId="LiveId" clId="{639ECAB8-18B7-4FB0-ADC7-A5EB2DD49A77}" dt="2026-10-02T12:24:18.755" v="407" actId="14100"/>
      <pc:docMkLst>
        <pc:docMk/>
      </pc:docMkLst>
      <pc:sldChg chg="addSp delSp modSp mod">
        <pc:chgData name="Usha Rani Kuppa" userId="a637103af95fe8ae" providerId="LiveId" clId="{639ECAB8-18B7-4FB0-ADC7-A5EB2DD49A77}" dt="2026-10-02T12:24:18.755" v="407" actId="14100"/>
        <pc:sldMkLst>
          <pc:docMk/>
          <pc:sldMk cId="0" sldId="256"/>
        </pc:sldMkLst>
        <pc:spChg chg="mod">
          <ac:chgData name="Usha Rani Kuppa" userId="a637103af95fe8ae" providerId="LiveId" clId="{639ECAB8-18B7-4FB0-ADC7-A5EB2DD49A77}" dt="2026-10-02T12:15:43.961" v="36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1:50:56.586" v="152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1:37:09.618" v="4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2:03:53.937" v="210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2:09:54.482" v="237" actId="2057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2:10:35.982" v="257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2:15:28.016" v="35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Usha Rani Kuppa" userId="a637103af95fe8ae" providerId="LiveId" clId="{639ECAB8-18B7-4FB0-ADC7-A5EB2DD49A77}" dt="2026-10-02T12:22:36.132" v="389" actId="20577"/>
          <ac:spMkLst>
            <pc:docMk/>
            <pc:sldMk cId="0" sldId="256"/>
            <ac:spMk id="46" creationId="{00000000-0000-0000-0000-000000000000}"/>
          </ac:spMkLst>
        </pc:spChg>
        <pc:picChg chg="add del mod">
          <ac:chgData name="Usha Rani Kuppa" userId="a637103af95fe8ae" providerId="LiveId" clId="{639ECAB8-18B7-4FB0-ADC7-A5EB2DD49A77}" dt="2026-10-02T12:03:42.965" v="153" actId="478"/>
          <ac:picMkLst>
            <pc:docMk/>
            <pc:sldMk cId="0" sldId="256"/>
            <ac:picMk id="48" creationId="{3DA200DB-EA5C-E7C1-75CD-F5E1144FFEBA}"/>
          </ac:picMkLst>
        </pc:picChg>
        <pc:picChg chg="add mod">
          <ac:chgData name="Usha Rani Kuppa" userId="a637103af95fe8ae" providerId="LiveId" clId="{639ECAB8-18B7-4FB0-ADC7-A5EB2DD49A77}" dt="2026-10-02T12:04:35.405" v="218" actId="14100"/>
          <ac:picMkLst>
            <pc:docMk/>
            <pc:sldMk cId="0" sldId="256"/>
            <ac:picMk id="50" creationId="{CDC2AE55-080D-AB5D-6E0A-53C11C06156F}"/>
          </ac:picMkLst>
        </pc:picChg>
        <pc:picChg chg="add mod">
          <ac:chgData name="Usha Rani Kuppa" userId="a637103af95fe8ae" providerId="LiveId" clId="{639ECAB8-18B7-4FB0-ADC7-A5EB2DD49A77}" dt="2026-10-02T12:07:45.337" v="223" actId="14100"/>
          <ac:picMkLst>
            <pc:docMk/>
            <pc:sldMk cId="0" sldId="256"/>
            <ac:picMk id="52" creationId="{7F2020F8-4FA1-BA76-6E29-7D06AA2A43E4}"/>
          </ac:picMkLst>
        </pc:picChg>
        <pc:picChg chg="add mod">
          <ac:chgData name="Usha Rani Kuppa" userId="a637103af95fe8ae" providerId="LiveId" clId="{639ECAB8-18B7-4FB0-ADC7-A5EB2DD49A77}" dt="2026-10-02T12:13:02.165" v="270" actId="14100"/>
          <ac:picMkLst>
            <pc:docMk/>
            <pc:sldMk cId="0" sldId="256"/>
            <ac:picMk id="54" creationId="{01A4FB98-19CD-6B85-E18E-2CAAA13AD7BB}"/>
          </ac:picMkLst>
        </pc:picChg>
        <pc:picChg chg="add mod">
          <ac:chgData name="Usha Rani Kuppa" userId="a637103af95fe8ae" providerId="LiveId" clId="{639ECAB8-18B7-4FB0-ADC7-A5EB2DD49A77}" dt="2026-10-02T12:11:45.874" v="266" actId="14100"/>
          <ac:picMkLst>
            <pc:docMk/>
            <pc:sldMk cId="0" sldId="256"/>
            <ac:picMk id="56" creationId="{F42975D6-B5E9-AB46-0E30-10D97247133D}"/>
          </ac:picMkLst>
        </pc:picChg>
        <pc:picChg chg="add mod">
          <ac:chgData name="Usha Rani Kuppa" userId="a637103af95fe8ae" providerId="LiveId" clId="{639ECAB8-18B7-4FB0-ADC7-A5EB2DD49A77}" dt="2026-10-02T12:21:31.728" v="373" actId="14100"/>
          <ac:picMkLst>
            <pc:docMk/>
            <pc:sldMk cId="0" sldId="256"/>
            <ac:picMk id="57" creationId="{0D82F576-A5AE-20BF-8A56-94BE93B88230}"/>
          </ac:picMkLst>
        </pc:picChg>
        <pc:picChg chg="add mod">
          <ac:chgData name="Usha Rani Kuppa" userId="a637103af95fe8ae" providerId="LiveId" clId="{639ECAB8-18B7-4FB0-ADC7-A5EB2DD49A77}" dt="2026-10-02T12:24:18.755" v="407" actId="14100"/>
          <ac:picMkLst>
            <pc:docMk/>
            <pc:sldMk cId="0" sldId="256"/>
            <ac:picMk id="59" creationId="{362C47BB-228D-4011-CCD7-B50F2FFFC1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45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AND MESS MANAGEMENT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02 |  Section: s-11  | K . Usharani Roll – 2520090049 |  K . Mrudula – 2520090073 | B . Navya - 2520090189  | 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Guide: Dr. M . Gayatri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 &amp; IT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The </a:t>
            </a:r>
            <a:r>
              <a:rPr lang="en-IN" sz="1400" b="1" dirty="0"/>
              <a:t>Hostel Management System</a:t>
            </a:r>
            <a:r>
              <a:rPr lang="en-IN" sz="1400" dirty="0"/>
              <a:t> is a web app for students and administrators to manage hostel services.</a:t>
            </a:r>
            <a:br>
              <a:rPr lang="en-IN" sz="1400" dirty="0"/>
            </a:br>
            <a:r>
              <a:rPr lang="en-IN" sz="1400" dirty="0"/>
              <a:t>Built with </a:t>
            </a:r>
            <a:r>
              <a:rPr lang="en-IN" sz="1400" b="1" dirty="0"/>
              <a:t>Next.js, React, TypeScript, MongoDB &amp; Prisma</a:t>
            </a:r>
            <a:r>
              <a:rPr lang="en-IN" sz="1400" dirty="0"/>
              <a:t>.</a:t>
            </a:r>
          </a:p>
          <a:p>
            <a:r>
              <a:rPr lang="en-IN" sz="1400" b="1" dirty="0"/>
              <a:t>Outcome:</a:t>
            </a:r>
            <a:r>
              <a:rPr lang="en-IN" sz="1400" dirty="0"/>
              <a:t> Reduces paperwork and simplifies hostel management.</a:t>
            </a:r>
          </a:p>
          <a:p>
            <a:pPr>
              <a:spcAft>
                <a:spcPts val="400"/>
              </a:spcAft>
              <a:buSzPct val="100000"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Problem:</a:t>
            </a:r>
            <a:r>
              <a:rPr lang="en-IN" sz="1400" dirty="0"/>
              <a:t> Manual hostel processes make room, booking, payment, leave and complaint tracking difficult.</a:t>
            </a:r>
          </a:p>
          <a:p>
            <a:r>
              <a:rPr lang="en-IN" sz="1400" b="1" dirty="0"/>
              <a:t>Objective 1:</a:t>
            </a:r>
            <a:r>
              <a:rPr lang="en-IN" sz="1400" dirty="0"/>
              <a:t> Centralize hostel services.</a:t>
            </a:r>
            <a:br>
              <a:rPr lang="en-IN" sz="1400" dirty="0"/>
            </a:br>
            <a:r>
              <a:rPr lang="en-IN" sz="1400" b="1" dirty="0"/>
              <a:t>Objective 2:</a:t>
            </a:r>
            <a:r>
              <a:rPr lang="en-IN" sz="1400" dirty="0"/>
              <a:t> Provide Student &amp; Admin dashboards.</a:t>
            </a:r>
            <a:br>
              <a:rPr lang="en-IN" sz="1400" dirty="0"/>
            </a:br>
            <a:r>
              <a:rPr lang="en-IN" sz="1400" b="1" dirty="0"/>
              <a:t>Objective 3:</a:t>
            </a:r>
            <a:r>
              <a:rPr lang="en-IN" sz="1400" dirty="0"/>
              <a:t> Digitize hostel requests and records.</a:t>
            </a:r>
            <a:br>
              <a:rPr lang="en-IN" sz="1400" dirty="0"/>
            </a:br>
            <a:r>
              <a:rPr lang="en-IN" sz="1400" b="1" dirty="0"/>
              <a:t>Scope:</a:t>
            </a:r>
            <a:r>
              <a:rPr lang="en-IN" sz="1400" dirty="0"/>
              <a:t> Students, admins, rooms, bookings, payments, leave, complaints &amp; maintenance.</a:t>
            </a:r>
          </a:p>
          <a:p>
            <a:pPr>
              <a:spcAft>
                <a:spcPts val="400"/>
              </a:spcAft>
              <a:buSzPct val="100000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788183"/>
              </p:ext>
            </p:extLst>
          </p:nvPr>
        </p:nvGraphicFramePr>
        <p:xfrm>
          <a:off x="502920" y="6766560"/>
          <a:ext cx="4617720" cy="24003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Records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Manual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Digital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Room Allocation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Offline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Requests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Separate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Centralized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Tracking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Difficult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Real-time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Gap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Paperwork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Automated system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0926" y="1030986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b="1" dirty="0"/>
              <a:t>Technical:</a:t>
            </a:r>
            <a:r>
              <a:rPr lang="en-IN" sz="1600" dirty="0"/>
              <a:t> Next.js, MongoDB, Prisma &amp; REST APIs</a:t>
            </a:r>
          </a:p>
          <a:p>
            <a:pPr lvl="0"/>
            <a:r>
              <a:rPr lang="en-IN" sz="1600" b="1" dirty="0"/>
              <a:t>Economic:</a:t>
            </a:r>
            <a:r>
              <a:rPr lang="en-IN" sz="1600" dirty="0"/>
              <a:t> Open-source tools and low cost</a:t>
            </a:r>
          </a:p>
          <a:p>
            <a:pPr lvl="0"/>
            <a:r>
              <a:rPr lang="en-IN" sz="1600" b="1" dirty="0"/>
              <a:t>Operational:</a:t>
            </a:r>
            <a:r>
              <a:rPr lang="en-IN" sz="1600" dirty="0"/>
              <a:t> Easy role-based access</a:t>
            </a:r>
          </a:p>
          <a:p>
            <a:pPr lvl="0"/>
            <a:r>
              <a:rPr lang="en-IN" sz="1600" b="1" dirty="0"/>
              <a:t>Schedule:</a:t>
            </a:r>
            <a:r>
              <a:rPr lang="en-IN" sz="1600" dirty="0"/>
              <a:t> Semester-based development</a:t>
            </a:r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b="1" dirty="0"/>
              <a:t>Front-End:</a:t>
            </a:r>
            <a:r>
              <a:rPr lang="en-IN" sz="1600" dirty="0"/>
              <a:t> React, Next.js, TypeScript, HTML, CSS </a:t>
            </a:r>
          </a:p>
          <a:p>
            <a:pPr lvl="0"/>
            <a:r>
              <a:rPr lang="en-IN" sz="1600" b="1" dirty="0"/>
              <a:t>Back-End:</a:t>
            </a:r>
            <a:r>
              <a:rPr lang="en-IN" sz="1600" dirty="0"/>
              <a:t> Next.js API Routes + REST APIs </a:t>
            </a:r>
          </a:p>
          <a:p>
            <a:pPr lvl="0"/>
            <a:r>
              <a:rPr lang="en-IN" sz="1600" b="1" dirty="0"/>
              <a:t>Database:</a:t>
            </a:r>
            <a:r>
              <a:rPr lang="en-IN" sz="1600" dirty="0"/>
              <a:t> MongoDB </a:t>
            </a:r>
          </a:p>
          <a:p>
            <a:pPr lvl="0"/>
            <a:r>
              <a:rPr lang="en-IN" sz="1600" b="1" dirty="0"/>
              <a:t>Tools:</a:t>
            </a:r>
            <a:r>
              <a:rPr lang="en-IN" sz="1600" dirty="0"/>
              <a:t> Git &amp; GitHub, VS Code, Prisma ORM, MongoDB, Postman, Draw.io</a:t>
            </a:r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dirty="0"/>
              <a:t>CRUD operations tested successfully</a:t>
            </a:r>
          </a:p>
          <a:p>
            <a:pPr lvl="0"/>
            <a:r>
              <a:rPr lang="en-IN" sz="1400" dirty="0"/>
              <a:t>Role-based access verified</a:t>
            </a:r>
          </a:p>
          <a:p>
            <a:pPr lvl="0"/>
            <a:r>
              <a:rPr lang="en-IN" sz="1400" dirty="0"/>
              <a:t>Database validation completed</a:t>
            </a:r>
          </a:p>
          <a:p>
            <a:pPr lvl="0"/>
            <a:r>
              <a:rPr lang="en-IN" sz="1400" dirty="0"/>
              <a:t>Student/Admin workflows tested</a:t>
            </a:r>
          </a:p>
          <a:p>
            <a:pPr>
              <a:spcAft>
                <a:spcPts val="400"/>
              </a:spcAft>
              <a:buSzPct val="100000"/>
            </a:pP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dirty="0"/>
              <a:t>Centralized hostel management achieved</a:t>
            </a:r>
          </a:p>
          <a:p>
            <a:pPr lvl="0"/>
            <a:r>
              <a:rPr lang="en-IN" sz="1400" dirty="0"/>
              <a:t>Reduces paperwork and manual effort</a:t>
            </a:r>
          </a:p>
          <a:p>
            <a:pPr lvl="0"/>
            <a:r>
              <a:rPr lang="en-IN" sz="1400" dirty="0"/>
              <a:t>Improves service tracking and accessibility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dirty="0"/>
              <a:t>Mobile application</a:t>
            </a:r>
          </a:p>
          <a:p>
            <a:pPr lvl="0"/>
            <a:r>
              <a:rPr lang="en-IN" sz="1400" dirty="0"/>
              <a:t>Online payment integration</a:t>
            </a:r>
          </a:p>
          <a:p>
            <a:pPr lvl="0"/>
            <a:r>
              <a:rPr lang="en-IN" sz="1400" dirty="0"/>
              <a:t>Notifications &amp; alerts</a:t>
            </a:r>
          </a:p>
          <a:p>
            <a:pPr lvl="0"/>
            <a:r>
              <a:rPr lang="en-IN" sz="1400" dirty="0"/>
              <a:t>Advanced reports</a:t>
            </a:r>
          </a:p>
          <a:p>
            <a:pPr>
              <a:spcAft>
                <a:spcPts val="400"/>
              </a:spcAft>
              <a:buSzPct val="100000"/>
            </a:pP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IN" sz="1100" dirty="0"/>
              <a:t>[1] Flanagan, D., </a:t>
            </a:r>
            <a:r>
              <a:rPr lang="en-IN" sz="1100" i="1" dirty="0"/>
              <a:t>JavaScript: The Definitive Guide</a:t>
            </a:r>
            <a:r>
              <a:rPr lang="en-IN" sz="1100" dirty="0"/>
              <a:t>, O’Reilly Media, 2020.</a:t>
            </a:r>
            <a:br>
              <a:rPr lang="en-IN" sz="1100" dirty="0"/>
            </a:br>
            <a:r>
              <a:rPr lang="en-IN" sz="1100" dirty="0"/>
              <a:t>[2] Next.js Documentation, </a:t>
            </a:r>
            <a:r>
              <a:rPr lang="en-IN" sz="1100" i="1" dirty="0"/>
              <a:t>Next.js Documentation</a:t>
            </a:r>
            <a:r>
              <a:rPr lang="en-IN" sz="1100" dirty="0"/>
              <a:t>, </a:t>
            </a:r>
            <a:r>
              <a:rPr lang="en-IN" sz="1100" dirty="0" err="1"/>
              <a:t>Vercel</a:t>
            </a:r>
            <a:r>
              <a:rPr lang="en-IN" sz="1100" dirty="0"/>
              <a:t>.</a:t>
            </a:r>
            <a:br>
              <a:rPr lang="en-IN" sz="1100" dirty="0"/>
            </a:br>
            <a:r>
              <a:rPr lang="en-IN" sz="1100" dirty="0"/>
              <a:t>[3] React Documentation, </a:t>
            </a:r>
            <a:r>
              <a:rPr lang="en-IN" sz="1100" i="1" dirty="0"/>
              <a:t>React – A JavaScript Library for Building User Interfaces</a:t>
            </a:r>
            <a:r>
              <a:rPr lang="en-IN" sz="1100" dirty="0"/>
              <a:t>, Meta.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DC2AE55-080D-AB5D-6E0A-53C11C061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274" y="7886700"/>
            <a:ext cx="4569206" cy="189738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F2020F8-4FA1-BA76-6E29-7D06AA2A4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4954143"/>
            <a:ext cx="4706366" cy="21781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A4FB98-19CD-6B85-E18E-2CAAA13A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274" y="10526792"/>
            <a:ext cx="2216277" cy="177188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42975D6-B5E9-AB46-0E30-10D972471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4711" y="10526792"/>
            <a:ext cx="2215769" cy="1771888"/>
          </a:xfrm>
          <a:prstGeom prst="rect">
            <a:avLst/>
          </a:prstGeom>
        </p:spPr>
      </p:pic>
      <p:pic>
        <p:nvPicPr>
          <p:cNvPr id="57" name="Picture 56" descr="MAPS &amp; DIRECTIONS - Best Private University in Telangana ...">
            <a:extLst>
              <a:ext uri="{FF2B5EF4-FFF2-40B4-BE49-F238E27FC236}">
                <a16:creationId xmlns:a16="http://schemas.microsoft.com/office/drawing/2014/main" id="{0D82F576-A5AE-20BF-8A56-94BE93B88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51" y="320040"/>
            <a:ext cx="1280669" cy="128016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62C47BB-228D-4011-CCD7-B50F2FFFC1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4679" y="14264640"/>
            <a:ext cx="823469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387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Usha Rani Kuppa</cp:lastModifiedBy>
  <cp:revision>2</cp:revision>
  <dcterms:created xsi:type="dcterms:W3CDTF">2026-09-28T08:11:17Z</dcterms:created>
  <dcterms:modified xsi:type="dcterms:W3CDTF">2026-10-02T12:24:18Z</dcterms:modified>
</cp:coreProperties>
</file>
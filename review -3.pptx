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2461EF-0E9C-4432-B6F0-2D89FAA63B0D}" v="6" dt="2026-10-02T18:15:04.5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48" d="100"/>
          <a:sy n="48" d="100"/>
        </p:scale>
        <p:origin x="67" y="98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sha Rani Kuppa" userId="a637103af95fe8ae" providerId="LiveId" clId="{639ECAB8-18B7-4FB0-ADC7-A5EB2DD49A77}"/>
    <pc:docChg chg="custSel addSld delSld modSld">
      <pc:chgData name="Usha Rani Kuppa" userId="a637103af95fe8ae" providerId="LiveId" clId="{639ECAB8-18B7-4FB0-ADC7-A5EB2DD49A77}" dt="2026-10-02T18:15:04.599" v="22" actId="27636"/>
      <pc:docMkLst>
        <pc:docMk/>
      </pc:docMkLst>
      <pc:sldChg chg="addSp modSp mod">
        <pc:chgData name="Usha Rani Kuppa" userId="a637103af95fe8ae" providerId="LiveId" clId="{639ECAB8-18B7-4FB0-ADC7-A5EB2DD49A77}" dt="2026-10-02T18:15:04.599" v="22" actId="27636"/>
        <pc:sldMkLst>
          <pc:docMk/>
          <pc:sldMk cId="3387971539" sldId="256"/>
        </pc:sldMkLst>
        <pc:spChg chg="mod">
          <ac:chgData name="Usha Rani Kuppa" userId="a637103af95fe8ae" providerId="LiveId" clId="{639ECAB8-18B7-4FB0-ADC7-A5EB2DD49A77}" dt="2026-10-02T18:14:43.373" v="19" actId="14100"/>
          <ac:spMkLst>
            <pc:docMk/>
            <pc:sldMk cId="3387971539" sldId="256"/>
            <ac:spMk id="2" creationId="{4D58C5C4-1276-210D-9E60-E791D70A1746}"/>
          </ac:spMkLst>
        </pc:spChg>
        <pc:spChg chg="mod">
          <ac:chgData name="Usha Rani Kuppa" userId="a637103af95fe8ae" providerId="LiveId" clId="{639ECAB8-18B7-4FB0-ADC7-A5EB2DD49A77}" dt="2026-10-02T18:15:04.599" v="22" actId="27636"/>
          <ac:spMkLst>
            <pc:docMk/>
            <pc:sldMk cId="3387971539" sldId="256"/>
            <ac:spMk id="3" creationId="{05C4BB08-2F75-9EEF-3EB3-68CB93A3075C}"/>
          </ac:spMkLst>
        </pc:spChg>
        <pc:spChg chg="mod">
          <ac:chgData name="Usha Rani Kuppa" userId="a637103af95fe8ae" providerId="LiveId" clId="{639ECAB8-18B7-4FB0-ADC7-A5EB2DD49A77}" dt="2026-10-02T18:11:47.290" v="0" actId="207"/>
          <ac:spMkLst>
            <pc:docMk/>
            <pc:sldMk cId="3387971539" sldId="256"/>
            <ac:spMk id="4" creationId="{A9681FC7-5BA8-886C-901E-5D8F89F67E59}"/>
          </ac:spMkLst>
        </pc:spChg>
        <pc:spChg chg="mod">
          <ac:chgData name="Usha Rani Kuppa" userId="a637103af95fe8ae" providerId="LiveId" clId="{639ECAB8-18B7-4FB0-ADC7-A5EB2DD49A77}" dt="2026-10-02T18:11:55.944" v="1" actId="207"/>
          <ac:spMkLst>
            <pc:docMk/>
            <pc:sldMk cId="3387971539" sldId="256"/>
            <ac:spMk id="6" creationId="{0CC92E71-2E17-E5D5-C9BA-C9B6A9ACF7DC}"/>
          </ac:spMkLst>
        </pc:spChg>
        <pc:picChg chg="add mod">
          <ac:chgData name="Usha Rani Kuppa" userId="a637103af95fe8ae" providerId="LiveId" clId="{639ECAB8-18B7-4FB0-ADC7-A5EB2DD49A77}" dt="2026-10-02T18:14:38.154" v="18" actId="14100"/>
          <ac:picMkLst>
            <pc:docMk/>
            <pc:sldMk cId="3387971539" sldId="256"/>
            <ac:picMk id="7" creationId="{ACAA9495-2FBD-0256-A6D9-C4D0D81E60D4}"/>
          </ac:picMkLst>
        </pc:picChg>
      </pc:sldChg>
      <pc:sldChg chg="modSp mod">
        <pc:chgData name="Usha Rani Kuppa" userId="a637103af95fe8ae" providerId="LiveId" clId="{639ECAB8-18B7-4FB0-ADC7-A5EB2DD49A77}" dt="2026-10-02T18:12:33.705" v="3" actId="207"/>
        <pc:sldMkLst>
          <pc:docMk/>
          <pc:sldMk cId="4093866968" sldId="257"/>
        </pc:sldMkLst>
        <pc:spChg chg="mod">
          <ac:chgData name="Usha Rani Kuppa" userId="a637103af95fe8ae" providerId="LiveId" clId="{639ECAB8-18B7-4FB0-ADC7-A5EB2DD49A77}" dt="2026-10-02T18:12:25.565" v="2" actId="207"/>
          <ac:spMkLst>
            <pc:docMk/>
            <pc:sldMk cId="4093866968" sldId="257"/>
            <ac:spMk id="5" creationId="{8A3F18EB-8767-C9F1-96CB-489E63AE3935}"/>
          </ac:spMkLst>
        </pc:spChg>
        <pc:spChg chg="mod">
          <ac:chgData name="Usha Rani Kuppa" userId="a637103af95fe8ae" providerId="LiveId" clId="{639ECAB8-18B7-4FB0-ADC7-A5EB2DD49A77}" dt="2026-10-02T18:12:33.705" v="3" actId="207"/>
          <ac:spMkLst>
            <pc:docMk/>
            <pc:sldMk cId="4093866968" sldId="257"/>
            <ac:spMk id="7" creationId="{00FCF647-A46B-8DFD-98DE-BF7B9BDDB755}"/>
          </ac:spMkLst>
        </pc:spChg>
      </pc:sldChg>
      <pc:sldChg chg="modSp mod">
        <pc:chgData name="Usha Rani Kuppa" userId="a637103af95fe8ae" providerId="LiveId" clId="{639ECAB8-18B7-4FB0-ADC7-A5EB2DD49A77}" dt="2026-10-02T18:12:49.994" v="5" actId="207"/>
        <pc:sldMkLst>
          <pc:docMk/>
          <pc:sldMk cId="1537680167" sldId="258"/>
        </pc:sldMkLst>
        <pc:spChg chg="mod">
          <ac:chgData name="Usha Rani Kuppa" userId="a637103af95fe8ae" providerId="LiveId" clId="{639ECAB8-18B7-4FB0-ADC7-A5EB2DD49A77}" dt="2026-10-02T18:12:42.026" v="4" actId="207"/>
          <ac:spMkLst>
            <pc:docMk/>
            <pc:sldMk cId="1537680167" sldId="258"/>
            <ac:spMk id="5" creationId="{7787FD62-911C-98AF-EA65-A27FD2BCF371}"/>
          </ac:spMkLst>
        </pc:spChg>
        <pc:spChg chg="mod">
          <ac:chgData name="Usha Rani Kuppa" userId="a637103af95fe8ae" providerId="LiveId" clId="{639ECAB8-18B7-4FB0-ADC7-A5EB2DD49A77}" dt="2026-10-02T18:12:49.994" v="5" actId="207"/>
          <ac:spMkLst>
            <pc:docMk/>
            <pc:sldMk cId="1537680167" sldId="258"/>
            <ac:spMk id="7" creationId="{D5382346-22C4-FB18-F66D-93A32A3B118B}"/>
          </ac:spMkLst>
        </pc:spChg>
      </pc:sldChg>
      <pc:sldChg chg="modSp mod">
        <pc:chgData name="Usha Rani Kuppa" userId="a637103af95fe8ae" providerId="LiveId" clId="{639ECAB8-18B7-4FB0-ADC7-A5EB2DD49A77}" dt="2026-10-02T18:13:01.128" v="7" actId="207"/>
        <pc:sldMkLst>
          <pc:docMk/>
          <pc:sldMk cId="1953826447" sldId="259"/>
        </pc:sldMkLst>
        <pc:spChg chg="mod">
          <ac:chgData name="Usha Rani Kuppa" userId="a637103af95fe8ae" providerId="LiveId" clId="{639ECAB8-18B7-4FB0-ADC7-A5EB2DD49A77}" dt="2026-10-02T18:12:56.198" v="6" actId="207"/>
          <ac:spMkLst>
            <pc:docMk/>
            <pc:sldMk cId="1953826447" sldId="259"/>
            <ac:spMk id="5" creationId="{79812CC5-D4BD-EDF3-1F44-668FC1DA8CEA}"/>
          </ac:spMkLst>
        </pc:spChg>
        <pc:spChg chg="mod">
          <ac:chgData name="Usha Rani Kuppa" userId="a637103af95fe8ae" providerId="LiveId" clId="{639ECAB8-18B7-4FB0-ADC7-A5EB2DD49A77}" dt="2026-10-02T18:13:01.128" v="7" actId="207"/>
          <ac:spMkLst>
            <pc:docMk/>
            <pc:sldMk cId="1953826447" sldId="259"/>
            <ac:spMk id="7" creationId="{0EC848C4-2983-8E5E-E7BC-8859A206ADAD}"/>
          </ac:spMkLst>
        </pc:spChg>
      </pc:sldChg>
      <pc:sldChg chg="modSp mod">
        <pc:chgData name="Usha Rani Kuppa" userId="a637103af95fe8ae" providerId="LiveId" clId="{639ECAB8-18B7-4FB0-ADC7-A5EB2DD49A77}" dt="2026-10-02T18:13:13.373" v="9" actId="207"/>
        <pc:sldMkLst>
          <pc:docMk/>
          <pc:sldMk cId="2174903852" sldId="260"/>
        </pc:sldMkLst>
        <pc:spChg chg="mod">
          <ac:chgData name="Usha Rani Kuppa" userId="a637103af95fe8ae" providerId="LiveId" clId="{639ECAB8-18B7-4FB0-ADC7-A5EB2DD49A77}" dt="2026-10-02T18:13:08.116" v="8" actId="207"/>
          <ac:spMkLst>
            <pc:docMk/>
            <pc:sldMk cId="2174903852" sldId="260"/>
            <ac:spMk id="5" creationId="{E4E98796-C5BE-502B-54C2-4F9F2F2E4CE4}"/>
          </ac:spMkLst>
        </pc:spChg>
        <pc:spChg chg="mod">
          <ac:chgData name="Usha Rani Kuppa" userId="a637103af95fe8ae" providerId="LiveId" clId="{639ECAB8-18B7-4FB0-ADC7-A5EB2DD49A77}" dt="2026-10-02T18:13:13.373" v="9" actId="207"/>
          <ac:spMkLst>
            <pc:docMk/>
            <pc:sldMk cId="2174903852" sldId="260"/>
            <ac:spMk id="7" creationId="{E76545A4-51CC-0530-D625-F10A9C02CD30}"/>
          </ac:spMkLst>
        </pc:spChg>
      </pc:sldChg>
      <pc:sldChg chg="add del">
        <pc:chgData name="Usha Rani Kuppa" userId="a637103af95fe8ae" providerId="LiveId" clId="{639ECAB8-18B7-4FB0-ADC7-A5EB2DD49A77}" dt="2026-10-02T18:13:36.728" v="11" actId="2696"/>
        <pc:sldMkLst>
          <pc:docMk/>
          <pc:sldMk cId="3711094011" sldId="26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C587D-4DBE-C8B0-F939-6C36FAD2AF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32B0576-BDB5-7239-C981-BFA745B2EB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3ECA777-231B-D8A4-4085-10F9DF91ECE8}"/>
              </a:ext>
            </a:extLst>
          </p:cNvPr>
          <p:cNvSpPr>
            <a:spLocks noGrp="1"/>
          </p:cNvSpPr>
          <p:nvPr>
            <p:ph type="dt" sz="half" idx="10"/>
          </p:nvPr>
        </p:nvSpPr>
        <p:spPr/>
        <p:txBody>
          <a:bodyPr/>
          <a:lstStyle/>
          <a:p>
            <a:fld id="{4E52F487-4724-41CB-8005-2404ED79164D}" type="datetimeFigureOut">
              <a:rPr lang="en-IN" smtClean="0"/>
              <a:t>02-10-2026</a:t>
            </a:fld>
            <a:endParaRPr lang="en-IN"/>
          </a:p>
        </p:txBody>
      </p:sp>
      <p:sp>
        <p:nvSpPr>
          <p:cNvPr id="5" name="Footer Placeholder 4">
            <a:extLst>
              <a:ext uri="{FF2B5EF4-FFF2-40B4-BE49-F238E27FC236}">
                <a16:creationId xmlns:a16="http://schemas.microsoft.com/office/drawing/2014/main" id="{E262CDA2-50D4-45E3-2821-EFF2D024CF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ED1119-4823-820C-5F92-2A13206FC073}"/>
              </a:ext>
            </a:extLst>
          </p:cNvPr>
          <p:cNvSpPr>
            <a:spLocks noGrp="1"/>
          </p:cNvSpPr>
          <p:nvPr>
            <p:ph type="sldNum" sz="quarter" idx="12"/>
          </p:nvPr>
        </p:nvSpPr>
        <p:spPr/>
        <p:txBody>
          <a:bodyPr/>
          <a:lstStyle/>
          <a:p>
            <a:fld id="{8396E42E-A88D-49DB-A34D-2D0BB1E6D378}" type="slidenum">
              <a:rPr lang="en-IN" smtClean="0"/>
              <a:t>‹#›</a:t>
            </a:fld>
            <a:endParaRPr lang="en-IN"/>
          </a:p>
        </p:txBody>
      </p:sp>
    </p:spTree>
    <p:extLst>
      <p:ext uri="{BB962C8B-B14F-4D97-AF65-F5344CB8AC3E}">
        <p14:creationId xmlns:p14="http://schemas.microsoft.com/office/powerpoint/2010/main" val="356226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633F5-CDF4-3C65-30C5-E98E72E61B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3CBD1D8-0C4C-B6D9-13C6-4036F0F261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4D67EA-52A4-2593-BBB2-D4B966B10C44}"/>
              </a:ext>
            </a:extLst>
          </p:cNvPr>
          <p:cNvSpPr>
            <a:spLocks noGrp="1"/>
          </p:cNvSpPr>
          <p:nvPr>
            <p:ph type="dt" sz="half" idx="10"/>
          </p:nvPr>
        </p:nvSpPr>
        <p:spPr/>
        <p:txBody>
          <a:bodyPr/>
          <a:lstStyle/>
          <a:p>
            <a:fld id="{4E52F487-4724-41CB-8005-2404ED79164D}" type="datetimeFigureOut">
              <a:rPr lang="en-IN" smtClean="0"/>
              <a:t>02-10-2026</a:t>
            </a:fld>
            <a:endParaRPr lang="en-IN"/>
          </a:p>
        </p:txBody>
      </p:sp>
      <p:sp>
        <p:nvSpPr>
          <p:cNvPr id="5" name="Footer Placeholder 4">
            <a:extLst>
              <a:ext uri="{FF2B5EF4-FFF2-40B4-BE49-F238E27FC236}">
                <a16:creationId xmlns:a16="http://schemas.microsoft.com/office/drawing/2014/main" id="{1504C6B5-4539-0E90-7A1B-C79111469D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D2FBD5-3060-50A3-2008-E205B7FC616E}"/>
              </a:ext>
            </a:extLst>
          </p:cNvPr>
          <p:cNvSpPr>
            <a:spLocks noGrp="1"/>
          </p:cNvSpPr>
          <p:nvPr>
            <p:ph type="sldNum" sz="quarter" idx="12"/>
          </p:nvPr>
        </p:nvSpPr>
        <p:spPr/>
        <p:txBody>
          <a:bodyPr/>
          <a:lstStyle/>
          <a:p>
            <a:fld id="{8396E42E-A88D-49DB-A34D-2D0BB1E6D378}" type="slidenum">
              <a:rPr lang="en-IN" smtClean="0"/>
              <a:t>‹#›</a:t>
            </a:fld>
            <a:endParaRPr lang="en-IN"/>
          </a:p>
        </p:txBody>
      </p:sp>
    </p:spTree>
    <p:extLst>
      <p:ext uri="{BB962C8B-B14F-4D97-AF65-F5344CB8AC3E}">
        <p14:creationId xmlns:p14="http://schemas.microsoft.com/office/powerpoint/2010/main" val="3136093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455DA-C51F-77FB-25D3-A3308B5768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5757E85-18F9-A7F8-FB07-41B79A9A65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154BC2-64C0-F600-539C-7E19846E16F5}"/>
              </a:ext>
            </a:extLst>
          </p:cNvPr>
          <p:cNvSpPr>
            <a:spLocks noGrp="1"/>
          </p:cNvSpPr>
          <p:nvPr>
            <p:ph type="dt" sz="half" idx="10"/>
          </p:nvPr>
        </p:nvSpPr>
        <p:spPr/>
        <p:txBody>
          <a:bodyPr/>
          <a:lstStyle/>
          <a:p>
            <a:fld id="{4E52F487-4724-41CB-8005-2404ED79164D}" type="datetimeFigureOut">
              <a:rPr lang="en-IN" smtClean="0"/>
              <a:t>02-10-2026</a:t>
            </a:fld>
            <a:endParaRPr lang="en-IN"/>
          </a:p>
        </p:txBody>
      </p:sp>
      <p:sp>
        <p:nvSpPr>
          <p:cNvPr id="5" name="Footer Placeholder 4">
            <a:extLst>
              <a:ext uri="{FF2B5EF4-FFF2-40B4-BE49-F238E27FC236}">
                <a16:creationId xmlns:a16="http://schemas.microsoft.com/office/drawing/2014/main" id="{D501663A-BE10-391D-5FF3-4A87B53C86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7D4421-96BC-894C-88F3-D159AACE8541}"/>
              </a:ext>
            </a:extLst>
          </p:cNvPr>
          <p:cNvSpPr>
            <a:spLocks noGrp="1"/>
          </p:cNvSpPr>
          <p:nvPr>
            <p:ph type="sldNum" sz="quarter" idx="12"/>
          </p:nvPr>
        </p:nvSpPr>
        <p:spPr/>
        <p:txBody>
          <a:bodyPr/>
          <a:lstStyle/>
          <a:p>
            <a:fld id="{8396E42E-A88D-49DB-A34D-2D0BB1E6D378}" type="slidenum">
              <a:rPr lang="en-IN" smtClean="0"/>
              <a:t>‹#›</a:t>
            </a:fld>
            <a:endParaRPr lang="en-IN"/>
          </a:p>
        </p:txBody>
      </p:sp>
    </p:spTree>
    <p:extLst>
      <p:ext uri="{BB962C8B-B14F-4D97-AF65-F5344CB8AC3E}">
        <p14:creationId xmlns:p14="http://schemas.microsoft.com/office/powerpoint/2010/main" val="2790626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32DDA-7464-B67A-284C-16342DBD50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6EA26E-F04A-0F93-68A6-7ED8CEA179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6F3472-C54C-7799-8F95-2098F957CE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F4C9939-5087-4DDE-E07F-1E2EDBAC2448}"/>
              </a:ext>
            </a:extLst>
          </p:cNvPr>
          <p:cNvSpPr>
            <a:spLocks noGrp="1"/>
          </p:cNvSpPr>
          <p:nvPr>
            <p:ph type="dt" sz="half" idx="10"/>
          </p:nvPr>
        </p:nvSpPr>
        <p:spPr/>
        <p:txBody>
          <a:bodyPr/>
          <a:lstStyle/>
          <a:p>
            <a:fld id="{4E52F487-4724-41CB-8005-2404ED79164D}" type="datetimeFigureOut">
              <a:rPr lang="en-IN" smtClean="0"/>
              <a:t>02-10-2026</a:t>
            </a:fld>
            <a:endParaRPr lang="en-IN"/>
          </a:p>
        </p:txBody>
      </p:sp>
      <p:sp>
        <p:nvSpPr>
          <p:cNvPr id="6" name="Footer Placeholder 5">
            <a:extLst>
              <a:ext uri="{FF2B5EF4-FFF2-40B4-BE49-F238E27FC236}">
                <a16:creationId xmlns:a16="http://schemas.microsoft.com/office/drawing/2014/main" id="{9C3BD560-6C88-E8F6-6CBE-67A8D58E99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A0BF59-B9A1-F4E5-0CEC-A14C24A13AA1}"/>
              </a:ext>
            </a:extLst>
          </p:cNvPr>
          <p:cNvSpPr>
            <a:spLocks noGrp="1"/>
          </p:cNvSpPr>
          <p:nvPr>
            <p:ph type="sldNum" sz="quarter" idx="12"/>
          </p:nvPr>
        </p:nvSpPr>
        <p:spPr/>
        <p:txBody>
          <a:bodyPr/>
          <a:lstStyle/>
          <a:p>
            <a:fld id="{8396E42E-A88D-49DB-A34D-2D0BB1E6D378}" type="slidenum">
              <a:rPr lang="en-IN" smtClean="0"/>
              <a:t>‹#›</a:t>
            </a:fld>
            <a:endParaRPr lang="en-IN"/>
          </a:p>
        </p:txBody>
      </p:sp>
    </p:spTree>
    <p:extLst>
      <p:ext uri="{BB962C8B-B14F-4D97-AF65-F5344CB8AC3E}">
        <p14:creationId xmlns:p14="http://schemas.microsoft.com/office/powerpoint/2010/main" val="1701943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4B5A1-DC0B-E506-DB70-4DE213B18B0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7987313-C6DF-821F-3C62-BB7012931F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1F98E5-6F1A-D8C3-9715-900CED1B73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0DC1776-AD33-4775-FCCA-C1CE8291C9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056B46-CACE-B078-BCCD-76C3911692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19577F6-5745-FF07-9E9B-D1DE46E2414C}"/>
              </a:ext>
            </a:extLst>
          </p:cNvPr>
          <p:cNvSpPr>
            <a:spLocks noGrp="1"/>
          </p:cNvSpPr>
          <p:nvPr>
            <p:ph type="dt" sz="half" idx="10"/>
          </p:nvPr>
        </p:nvSpPr>
        <p:spPr/>
        <p:txBody>
          <a:bodyPr/>
          <a:lstStyle/>
          <a:p>
            <a:fld id="{4E52F487-4724-41CB-8005-2404ED79164D}" type="datetimeFigureOut">
              <a:rPr lang="en-IN" smtClean="0"/>
              <a:t>02-10-2026</a:t>
            </a:fld>
            <a:endParaRPr lang="en-IN"/>
          </a:p>
        </p:txBody>
      </p:sp>
      <p:sp>
        <p:nvSpPr>
          <p:cNvPr id="8" name="Footer Placeholder 7">
            <a:extLst>
              <a:ext uri="{FF2B5EF4-FFF2-40B4-BE49-F238E27FC236}">
                <a16:creationId xmlns:a16="http://schemas.microsoft.com/office/drawing/2014/main" id="{04C26D1E-FC82-14A8-E891-60585D9DFF4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0E460D9-A66C-DF7E-4FD7-B9C57127D8BA}"/>
              </a:ext>
            </a:extLst>
          </p:cNvPr>
          <p:cNvSpPr>
            <a:spLocks noGrp="1"/>
          </p:cNvSpPr>
          <p:nvPr>
            <p:ph type="sldNum" sz="quarter" idx="12"/>
          </p:nvPr>
        </p:nvSpPr>
        <p:spPr/>
        <p:txBody>
          <a:bodyPr/>
          <a:lstStyle/>
          <a:p>
            <a:fld id="{8396E42E-A88D-49DB-A34D-2D0BB1E6D378}" type="slidenum">
              <a:rPr lang="en-IN" smtClean="0"/>
              <a:t>‹#›</a:t>
            </a:fld>
            <a:endParaRPr lang="en-IN"/>
          </a:p>
        </p:txBody>
      </p:sp>
    </p:spTree>
    <p:extLst>
      <p:ext uri="{BB962C8B-B14F-4D97-AF65-F5344CB8AC3E}">
        <p14:creationId xmlns:p14="http://schemas.microsoft.com/office/powerpoint/2010/main" val="4064394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DD942-4BA3-066B-6E7F-6CC7C4086D9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AC3CD6A-65D0-10B7-2F5F-60F057417AEC}"/>
              </a:ext>
            </a:extLst>
          </p:cNvPr>
          <p:cNvSpPr>
            <a:spLocks noGrp="1"/>
          </p:cNvSpPr>
          <p:nvPr>
            <p:ph type="dt" sz="half" idx="10"/>
          </p:nvPr>
        </p:nvSpPr>
        <p:spPr/>
        <p:txBody>
          <a:bodyPr/>
          <a:lstStyle/>
          <a:p>
            <a:fld id="{4E52F487-4724-41CB-8005-2404ED79164D}" type="datetimeFigureOut">
              <a:rPr lang="en-IN" smtClean="0"/>
              <a:t>02-10-2026</a:t>
            </a:fld>
            <a:endParaRPr lang="en-IN"/>
          </a:p>
        </p:txBody>
      </p:sp>
      <p:sp>
        <p:nvSpPr>
          <p:cNvPr id="4" name="Footer Placeholder 3">
            <a:extLst>
              <a:ext uri="{FF2B5EF4-FFF2-40B4-BE49-F238E27FC236}">
                <a16:creationId xmlns:a16="http://schemas.microsoft.com/office/drawing/2014/main" id="{848F95E7-B996-B319-408C-21161DDDB55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FA8964E-0AD7-9A4E-4191-DB4FDA52090A}"/>
              </a:ext>
            </a:extLst>
          </p:cNvPr>
          <p:cNvSpPr>
            <a:spLocks noGrp="1"/>
          </p:cNvSpPr>
          <p:nvPr>
            <p:ph type="sldNum" sz="quarter" idx="12"/>
          </p:nvPr>
        </p:nvSpPr>
        <p:spPr/>
        <p:txBody>
          <a:bodyPr/>
          <a:lstStyle/>
          <a:p>
            <a:fld id="{8396E42E-A88D-49DB-A34D-2D0BB1E6D378}" type="slidenum">
              <a:rPr lang="en-IN" smtClean="0"/>
              <a:t>‹#›</a:t>
            </a:fld>
            <a:endParaRPr lang="en-IN"/>
          </a:p>
        </p:txBody>
      </p:sp>
    </p:spTree>
    <p:extLst>
      <p:ext uri="{BB962C8B-B14F-4D97-AF65-F5344CB8AC3E}">
        <p14:creationId xmlns:p14="http://schemas.microsoft.com/office/powerpoint/2010/main" val="3900663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341BD4-39F8-8C0C-879E-8601625FE02E}"/>
              </a:ext>
            </a:extLst>
          </p:cNvPr>
          <p:cNvSpPr>
            <a:spLocks noGrp="1"/>
          </p:cNvSpPr>
          <p:nvPr>
            <p:ph type="dt" sz="half" idx="10"/>
          </p:nvPr>
        </p:nvSpPr>
        <p:spPr/>
        <p:txBody>
          <a:bodyPr/>
          <a:lstStyle/>
          <a:p>
            <a:fld id="{4E52F487-4724-41CB-8005-2404ED79164D}" type="datetimeFigureOut">
              <a:rPr lang="en-IN" smtClean="0"/>
              <a:t>02-10-2026</a:t>
            </a:fld>
            <a:endParaRPr lang="en-IN"/>
          </a:p>
        </p:txBody>
      </p:sp>
      <p:sp>
        <p:nvSpPr>
          <p:cNvPr id="3" name="Footer Placeholder 2">
            <a:extLst>
              <a:ext uri="{FF2B5EF4-FFF2-40B4-BE49-F238E27FC236}">
                <a16:creationId xmlns:a16="http://schemas.microsoft.com/office/drawing/2014/main" id="{041C1401-A036-CAFA-F6D4-9EE32A98B7A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F9EBAC7-AC1C-19FF-A692-D86BEF854F2C}"/>
              </a:ext>
            </a:extLst>
          </p:cNvPr>
          <p:cNvSpPr>
            <a:spLocks noGrp="1"/>
          </p:cNvSpPr>
          <p:nvPr>
            <p:ph type="sldNum" sz="quarter" idx="12"/>
          </p:nvPr>
        </p:nvSpPr>
        <p:spPr/>
        <p:txBody>
          <a:bodyPr/>
          <a:lstStyle/>
          <a:p>
            <a:fld id="{8396E42E-A88D-49DB-A34D-2D0BB1E6D378}" type="slidenum">
              <a:rPr lang="en-IN" smtClean="0"/>
              <a:t>‹#›</a:t>
            </a:fld>
            <a:endParaRPr lang="en-IN"/>
          </a:p>
        </p:txBody>
      </p:sp>
    </p:spTree>
    <p:extLst>
      <p:ext uri="{BB962C8B-B14F-4D97-AF65-F5344CB8AC3E}">
        <p14:creationId xmlns:p14="http://schemas.microsoft.com/office/powerpoint/2010/main" val="3834488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6318-A615-44A4-5A37-0106CE4352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1820CBE-5C0D-FB0A-C399-ABE225B36A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1553C51-F896-BBF4-7684-6D6780C61D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30D25D-48BD-1919-D8F9-43C262B6C54C}"/>
              </a:ext>
            </a:extLst>
          </p:cNvPr>
          <p:cNvSpPr>
            <a:spLocks noGrp="1"/>
          </p:cNvSpPr>
          <p:nvPr>
            <p:ph type="dt" sz="half" idx="10"/>
          </p:nvPr>
        </p:nvSpPr>
        <p:spPr/>
        <p:txBody>
          <a:bodyPr/>
          <a:lstStyle/>
          <a:p>
            <a:fld id="{4E52F487-4724-41CB-8005-2404ED79164D}" type="datetimeFigureOut">
              <a:rPr lang="en-IN" smtClean="0"/>
              <a:t>02-10-2026</a:t>
            </a:fld>
            <a:endParaRPr lang="en-IN"/>
          </a:p>
        </p:txBody>
      </p:sp>
      <p:sp>
        <p:nvSpPr>
          <p:cNvPr id="6" name="Footer Placeholder 5">
            <a:extLst>
              <a:ext uri="{FF2B5EF4-FFF2-40B4-BE49-F238E27FC236}">
                <a16:creationId xmlns:a16="http://schemas.microsoft.com/office/drawing/2014/main" id="{7C1442C3-F9AD-6902-2529-29FB6D56CF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E5C252B-CE9A-B5B7-DB03-DDD3E4B55022}"/>
              </a:ext>
            </a:extLst>
          </p:cNvPr>
          <p:cNvSpPr>
            <a:spLocks noGrp="1"/>
          </p:cNvSpPr>
          <p:nvPr>
            <p:ph type="sldNum" sz="quarter" idx="12"/>
          </p:nvPr>
        </p:nvSpPr>
        <p:spPr/>
        <p:txBody>
          <a:bodyPr/>
          <a:lstStyle/>
          <a:p>
            <a:fld id="{8396E42E-A88D-49DB-A34D-2D0BB1E6D378}" type="slidenum">
              <a:rPr lang="en-IN" smtClean="0"/>
              <a:t>‹#›</a:t>
            </a:fld>
            <a:endParaRPr lang="en-IN"/>
          </a:p>
        </p:txBody>
      </p:sp>
    </p:spTree>
    <p:extLst>
      <p:ext uri="{BB962C8B-B14F-4D97-AF65-F5344CB8AC3E}">
        <p14:creationId xmlns:p14="http://schemas.microsoft.com/office/powerpoint/2010/main" val="2369750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A0AB5-DBA7-4649-8858-8C0CC64D0C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3C87074-5BA9-8500-86D9-C32FC2F712A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6E3F08E-84B3-6777-D781-57D841ED34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E8CFCB-7837-663C-2892-8A53AF76AC4D}"/>
              </a:ext>
            </a:extLst>
          </p:cNvPr>
          <p:cNvSpPr>
            <a:spLocks noGrp="1"/>
          </p:cNvSpPr>
          <p:nvPr>
            <p:ph type="dt" sz="half" idx="10"/>
          </p:nvPr>
        </p:nvSpPr>
        <p:spPr/>
        <p:txBody>
          <a:bodyPr/>
          <a:lstStyle/>
          <a:p>
            <a:fld id="{4E52F487-4724-41CB-8005-2404ED79164D}" type="datetimeFigureOut">
              <a:rPr lang="en-IN" smtClean="0"/>
              <a:t>02-10-2026</a:t>
            </a:fld>
            <a:endParaRPr lang="en-IN"/>
          </a:p>
        </p:txBody>
      </p:sp>
      <p:sp>
        <p:nvSpPr>
          <p:cNvPr id="6" name="Footer Placeholder 5">
            <a:extLst>
              <a:ext uri="{FF2B5EF4-FFF2-40B4-BE49-F238E27FC236}">
                <a16:creationId xmlns:a16="http://schemas.microsoft.com/office/drawing/2014/main" id="{5354E4B2-C591-9225-D638-712CB8EB0B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C67211-79EF-AA00-1DEF-47CA03FB761D}"/>
              </a:ext>
            </a:extLst>
          </p:cNvPr>
          <p:cNvSpPr>
            <a:spLocks noGrp="1"/>
          </p:cNvSpPr>
          <p:nvPr>
            <p:ph type="sldNum" sz="quarter" idx="12"/>
          </p:nvPr>
        </p:nvSpPr>
        <p:spPr/>
        <p:txBody>
          <a:bodyPr/>
          <a:lstStyle/>
          <a:p>
            <a:fld id="{8396E42E-A88D-49DB-A34D-2D0BB1E6D378}" type="slidenum">
              <a:rPr lang="en-IN" smtClean="0"/>
              <a:t>‹#›</a:t>
            </a:fld>
            <a:endParaRPr lang="en-IN"/>
          </a:p>
        </p:txBody>
      </p:sp>
    </p:spTree>
    <p:extLst>
      <p:ext uri="{BB962C8B-B14F-4D97-AF65-F5344CB8AC3E}">
        <p14:creationId xmlns:p14="http://schemas.microsoft.com/office/powerpoint/2010/main" val="3065989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5F44C-672A-6AA0-E468-A91697CAEAD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7720A1-40FA-46CF-FB0F-B818CE83A8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437335-163B-D211-54EF-8128A43FE97C}"/>
              </a:ext>
            </a:extLst>
          </p:cNvPr>
          <p:cNvSpPr>
            <a:spLocks noGrp="1"/>
          </p:cNvSpPr>
          <p:nvPr>
            <p:ph type="dt" sz="half" idx="10"/>
          </p:nvPr>
        </p:nvSpPr>
        <p:spPr/>
        <p:txBody>
          <a:bodyPr/>
          <a:lstStyle/>
          <a:p>
            <a:fld id="{4E52F487-4724-41CB-8005-2404ED79164D}" type="datetimeFigureOut">
              <a:rPr lang="en-IN" smtClean="0"/>
              <a:t>02-10-2026</a:t>
            </a:fld>
            <a:endParaRPr lang="en-IN"/>
          </a:p>
        </p:txBody>
      </p:sp>
      <p:sp>
        <p:nvSpPr>
          <p:cNvPr id="5" name="Footer Placeholder 4">
            <a:extLst>
              <a:ext uri="{FF2B5EF4-FFF2-40B4-BE49-F238E27FC236}">
                <a16:creationId xmlns:a16="http://schemas.microsoft.com/office/drawing/2014/main" id="{941A65C0-A6F2-535D-E86C-A6827B3F81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4C2EF0-618D-5CEC-8F85-6146A84049F0}"/>
              </a:ext>
            </a:extLst>
          </p:cNvPr>
          <p:cNvSpPr>
            <a:spLocks noGrp="1"/>
          </p:cNvSpPr>
          <p:nvPr>
            <p:ph type="sldNum" sz="quarter" idx="12"/>
          </p:nvPr>
        </p:nvSpPr>
        <p:spPr/>
        <p:txBody>
          <a:bodyPr/>
          <a:lstStyle/>
          <a:p>
            <a:fld id="{8396E42E-A88D-49DB-A34D-2D0BB1E6D378}" type="slidenum">
              <a:rPr lang="en-IN" smtClean="0"/>
              <a:t>‹#›</a:t>
            </a:fld>
            <a:endParaRPr lang="en-IN"/>
          </a:p>
        </p:txBody>
      </p:sp>
    </p:spTree>
    <p:extLst>
      <p:ext uri="{BB962C8B-B14F-4D97-AF65-F5344CB8AC3E}">
        <p14:creationId xmlns:p14="http://schemas.microsoft.com/office/powerpoint/2010/main" val="1188016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6A8765-B870-1537-40F8-2E91DAF3C5F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3EF87A3-D357-EA8E-EADC-9C98585C90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E07771-29C8-1BA8-E1B6-C7A337ACC9DA}"/>
              </a:ext>
            </a:extLst>
          </p:cNvPr>
          <p:cNvSpPr>
            <a:spLocks noGrp="1"/>
          </p:cNvSpPr>
          <p:nvPr>
            <p:ph type="dt" sz="half" idx="10"/>
          </p:nvPr>
        </p:nvSpPr>
        <p:spPr/>
        <p:txBody>
          <a:bodyPr/>
          <a:lstStyle/>
          <a:p>
            <a:fld id="{4E52F487-4724-41CB-8005-2404ED79164D}" type="datetimeFigureOut">
              <a:rPr lang="en-IN" smtClean="0"/>
              <a:t>02-10-2026</a:t>
            </a:fld>
            <a:endParaRPr lang="en-IN"/>
          </a:p>
        </p:txBody>
      </p:sp>
      <p:sp>
        <p:nvSpPr>
          <p:cNvPr id="5" name="Footer Placeholder 4">
            <a:extLst>
              <a:ext uri="{FF2B5EF4-FFF2-40B4-BE49-F238E27FC236}">
                <a16:creationId xmlns:a16="http://schemas.microsoft.com/office/drawing/2014/main" id="{00A7EA1B-A1E5-3B05-0D93-C77529D068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81B431-2C12-6408-F7DF-4F70D9F5DAAA}"/>
              </a:ext>
            </a:extLst>
          </p:cNvPr>
          <p:cNvSpPr>
            <a:spLocks noGrp="1"/>
          </p:cNvSpPr>
          <p:nvPr>
            <p:ph type="sldNum" sz="quarter" idx="12"/>
          </p:nvPr>
        </p:nvSpPr>
        <p:spPr/>
        <p:txBody>
          <a:bodyPr/>
          <a:lstStyle/>
          <a:p>
            <a:fld id="{8396E42E-A88D-49DB-A34D-2D0BB1E6D378}" type="slidenum">
              <a:rPr lang="en-IN" smtClean="0"/>
              <a:t>‹#›</a:t>
            </a:fld>
            <a:endParaRPr lang="en-IN"/>
          </a:p>
        </p:txBody>
      </p:sp>
    </p:spTree>
    <p:extLst>
      <p:ext uri="{BB962C8B-B14F-4D97-AF65-F5344CB8AC3E}">
        <p14:creationId xmlns:p14="http://schemas.microsoft.com/office/powerpoint/2010/main" val="2548621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335F3E-D46B-13FE-5208-BAB080539D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243B49-526F-0250-59B9-C62C7DC814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B020BF-7E6F-2D87-D6C8-23B1AC5CF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52F487-4724-41CB-8005-2404ED79164D}" type="datetimeFigureOut">
              <a:rPr lang="en-IN" smtClean="0"/>
              <a:t>02-10-2026</a:t>
            </a:fld>
            <a:endParaRPr lang="en-IN"/>
          </a:p>
        </p:txBody>
      </p:sp>
      <p:sp>
        <p:nvSpPr>
          <p:cNvPr id="5" name="Footer Placeholder 4">
            <a:extLst>
              <a:ext uri="{FF2B5EF4-FFF2-40B4-BE49-F238E27FC236}">
                <a16:creationId xmlns:a16="http://schemas.microsoft.com/office/drawing/2014/main" id="{E9CA95CD-43E3-DE05-42DE-E2AF6FA660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C23950B-8A95-426F-4F10-72E2BB848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396E42E-A88D-49DB-A34D-2D0BB1E6D378}" type="slidenum">
              <a:rPr lang="en-IN" smtClean="0"/>
              <a:t>‹#›</a:t>
            </a:fld>
            <a:endParaRPr lang="en-IN"/>
          </a:p>
        </p:txBody>
      </p:sp>
    </p:spTree>
    <p:extLst>
      <p:ext uri="{BB962C8B-B14F-4D97-AF65-F5344CB8AC3E}">
        <p14:creationId xmlns:p14="http://schemas.microsoft.com/office/powerpoint/2010/main" val="6101596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8C5C4-1276-210D-9E60-E791D70A1746}"/>
              </a:ext>
            </a:extLst>
          </p:cNvPr>
          <p:cNvSpPr>
            <a:spLocks noGrp="1"/>
          </p:cNvSpPr>
          <p:nvPr>
            <p:ph type="ctrTitle"/>
          </p:nvPr>
        </p:nvSpPr>
        <p:spPr>
          <a:xfrm>
            <a:off x="1764632" y="603803"/>
            <a:ext cx="8903368" cy="1373670"/>
          </a:xfrm>
        </p:spPr>
        <p:txBody>
          <a:bodyPr/>
          <a:lstStyle/>
          <a:p>
            <a:endParaRPr lang="en-IN" dirty="0"/>
          </a:p>
        </p:txBody>
      </p:sp>
      <p:sp>
        <p:nvSpPr>
          <p:cNvPr id="3" name="Subtitle 2">
            <a:extLst>
              <a:ext uri="{FF2B5EF4-FFF2-40B4-BE49-F238E27FC236}">
                <a16:creationId xmlns:a16="http://schemas.microsoft.com/office/drawing/2014/main" id="{05C4BB08-2F75-9EEF-3EB3-68CB93A3075C}"/>
              </a:ext>
            </a:extLst>
          </p:cNvPr>
          <p:cNvSpPr>
            <a:spLocks noGrp="1"/>
          </p:cNvSpPr>
          <p:nvPr>
            <p:ph type="subTitle" idx="1"/>
          </p:nvPr>
        </p:nvSpPr>
        <p:spPr>
          <a:xfrm>
            <a:off x="1652336" y="2165684"/>
            <a:ext cx="9015663" cy="3092116"/>
          </a:xfrm>
        </p:spPr>
        <p:txBody>
          <a:bodyPr>
            <a:normAutofit fontScale="92500" lnSpcReduction="20000"/>
          </a:bodyPr>
          <a:lstStyle/>
          <a:p>
            <a:r>
              <a:rPr lang="en-US" sz="4000" b="1" dirty="0">
                <a:solidFill>
                  <a:schemeClr val="accent5">
                    <a:lumMod val="60000"/>
                    <a:lumOff val="40000"/>
                  </a:schemeClr>
                </a:solidFill>
              </a:rPr>
              <a:t>Hostel and Mess Manage System</a:t>
            </a:r>
          </a:p>
          <a:p>
            <a:r>
              <a:rPr lang="en-US" b="1" dirty="0">
                <a:solidFill>
                  <a:srgbClr val="FF0000"/>
                </a:solidFill>
              </a:rPr>
              <a:t>Team Members Details</a:t>
            </a:r>
          </a:p>
          <a:p>
            <a:r>
              <a:rPr lang="en-US" dirty="0"/>
              <a:t>Usharani-2520090049</a:t>
            </a:r>
          </a:p>
          <a:p>
            <a:r>
              <a:rPr lang="en-US" dirty="0"/>
              <a:t>Mrudula-2520090073</a:t>
            </a:r>
          </a:p>
          <a:p>
            <a:r>
              <a:rPr lang="en-US" dirty="0"/>
              <a:t>Navya-2520090189</a:t>
            </a:r>
          </a:p>
          <a:p>
            <a:r>
              <a:rPr lang="en-US" dirty="0"/>
              <a:t>II Year  </a:t>
            </a:r>
            <a:r>
              <a:rPr lang="en-US" dirty="0" err="1"/>
              <a:t>B.Tech</a:t>
            </a:r>
            <a:r>
              <a:rPr lang="en-US" dirty="0"/>
              <a:t> – I Semester – CS &amp; IT</a:t>
            </a:r>
          </a:p>
          <a:p>
            <a:r>
              <a:rPr lang="en-US" b="1" dirty="0">
                <a:solidFill>
                  <a:schemeClr val="tx1">
                    <a:lumMod val="95000"/>
                    <a:lumOff val="5000"/>
                  </a:schemeClr>
                </a:solidFill>
              </a:rPr>
              <a:t>Under the Guidance of</a:t>
            </a:r>
          </a:p>
          <a:p>
            <a:r>
              <a:rPr lang="en-US" b="1" dirty="0">
                <a:solidFill>
                  <a:srgbClr val="FF0000"/>
                </a:solidFill>
              </a:rPr>
              <a:t>Dr .M . Gayatri</a:t>
            </a:r>
            <a:endParaRPr lang="en-IN" b="1">
              <a:solidFill>
                <a:srgbClr val="FF0000"/>
              </a:solidFill>
            </a:endParaRPr>
          </a:p>
          <a:p>
            <a:endParaRPr lang="en-IN" dirty="0"/>
          </a:p>
        </p:txBody>
      </p:sp>
      <p:sp>
        <p:nvSpPr>
          <p:cNvPr id="4" name="Rectangle 3">
            <a:extLst>
              <a:ext uri="{FF2B5EF4-FFF2-40B4-BE49-F238E27FC236}">
                <a16:creationId xmlns:a16="http://schemas.microsoft.com/office/drawing/2014/main" id="{A9681FC7-5BA8-886C-901E-5D8F89F67E59}"/>
              </a:ext>
            </a:extLst>
          </p:cNvPr>
          <p:cNvSpPr/>
          <p:nvPr/>
        </p:nvSpPr>
        <p:spPr>
          <a:xfrm>
            <a:off x="0" y="0"/>
            <a:ext cx="12192000" cy="6350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0CC92E71-2E17-E5D5-C9BA-C9B6A9ACF7DC}"/>
              </a:ext>
            </a:extLst>
          </p:cNvPr>
          <p:cNvSpPr/>
          <p:nvPr/>
        </p:nvSpPr>
        <p:spPr>
          <a:xfrm>
            <a:off x="0" y="6223000"/>
            <a:ext cx="12192000" cy="6350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1">
            <a:extLst>
              <a:ext uri="{FF2B5EF4-FFF2-40B4-BE49-F238E27FC236}">
                <a16:creationId xmlns:a16="http://schemas.microsoft.com/office/drawing/2014/main" id="{ACAA9495-2FBD-0256-A6D9-C4D0D81E60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4632" y="635000"/>
            <a:ext cx="8903368" cy="1342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879715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D353D-C2B2-6405-1804-F174AC0A86ED}"/>
              </a:ext>
            </a:extLst>
          </p:cNvPr>
          <p:cNvSpPr>
            <a:spLocks noGrp="1"/>
          </p:cNvSpPr>
          <p:nvPr>
            <p:ph type="title"/>
          </p:nvPr>
        </p:nvSpPr>
        <p:spPr>
          <a:xfrm>
            <a:off x="838200" y="681037"/>
            <a:ext cx="10515600" cy="1009651"/>
          </a:xfrm>
        </p:spPr>
        <p:txBody>
          <a:bodyPr/>
          <a:lstStyle/>
          <a:p>
            <a:r>
              <a:rPr lang="en-US" dirty="0"/>
              <a:t>NOVELTY OF DEPLOYED METHODOLOGY</a:t>
            </a:r>
            <a:endParaRPr lang="en-IN" dirty="0"/>
          </a:p>
        </p:txBody>
      </p:sp>
      <p:sp>
        <p:nvSpPr>
          <p:cNvPr id="3" name="Content Placeholder 2">
            <a:extLst>
              <a:ext uri="{FF2B5EF4-FFF2-40B4-BE49-F238E27FC236}">
                <a16:creationId xmlns:a16="http://schemas.microsoft.com/office/drawing/2014/main" id="{5C349A56-638F-E2A1-A59F-C99C9725F20E}"/>
              </a:ext>
            </a:extLst>
          </p:cNvPr>
          <p:cNvSpPr>
            <a:spLocks noGrp="1"/>
          </p:cNvSpPr>
          <p:nvPr>
            <p:ph idx="1"/>
          </p:nvPr>
        </p:nvSpPr>
        <p:spPr>
          <a:xfrm>
            <a:off x="838200" y="2306888"/>
            <a:ext cx="10515600" cy="4351338"/>
          </a:xfrm>
        </p:spPr>
        <p:txBody>
          <a:bodyPr/>
          <a:lstStyle/>
          <a:p>
            <a:pPr marL="0" indent="0">
              <a:buNone/>
            </a:pPr>
            <a:r>
              <a:rPr lang="en-IN" dirty="0"/>
              <a:t>The novelty of the deployed methodology lies in integrating multiple hostel services into a single role-based platform. The methodology combines requirement analysis, centralized database design, API-based backend development, and a student–admin dashboard to manage room allocation, bookings, payments, leave requests, complaints, and maintenance. This provides a unified and structured approach to hostel management instead of handling these activities separately.</a:t>
            </a:r>
          </a:p>
        </p:txBody>
      </p:sp>
      <p:sp>
        <p:nvSpPr>
          <p:cNvPr id="5" name="Rectangle 4">
            <a:extLst>
              <a:ext uri="{FF2B5EF4-FFF2-40B4-BE49-F238E27FC236}">
                <a16:creationId xmlns:a16="http://schemas.microsoft.com/office/drawing/2014/main" id="{8A3F18EB-8767-C9F1-96CB-489E63AE3935}"/>
              </a:ext>
            </a:extLst>
          </p:cNvPr>
          <p:cNvSpPr/>
          <p:nvPr/>
        </p:nvSpPr>
        <p:spPr>
          <a:xfrm>
            <a:off x="0" y="0"/>
            <a:ext cx="12192000" cy="6350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00FCF647-A46B-8DFD-98DE-BF7B9BDDB755}"/>
              </a:ext>
            </a:extLst>
          </p:cNvPr>
          <p:cNvSpPr/>
          <p:nvPr/>
        </p:nvSpPr>
        <p:spPr>
          <a:xfrm>
            <a:off x="0" y="6223000"/>
            <a:ext cx="12192000" cy="6350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93866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64D1E-4569-806D-C40A-412CAC388D5C}"/>
              </a:ext>
            </a:extLst>
          </p:cNvPr>
          <p:cNvSpPr>
            <a:spLocks noGrp="1"/>
          </p:cNvSpPr>
          <p:nvPr>
            <p:ph type="title"/>
          </p:nvPr>
        </p:nvSpPr>
        <p:spPr/>
        <p:txBody>
          <a:bodyPr/>
          <a:lstStyle/>
          <a:p>
            <a:r>
              <a:rPr lang="en-US" dirty="0"/>
              <a:t>ADAPTABILITY OF METHODOLOGY</a:t>
            </a:r>
            <a:endParaRPr lang="en-IN" dirty="0"/>
          </a:p>
        </p:txBody>
      </p:sp>
      <p:sp>
        <p:nvSpPr>
          <p:cNvPr id="3" name="Content Placeholder 2">
            <a:extLst>
              <a:ext uri="{FF2B5EF4-FFF2-40B4-BE49-F238E27FC236}">
                <a16:creationId xmlns:a16="http://schemas.microsoft.com/office/drawing/2014/main" id="{1BEB167C-4A3E-4317-9048-95634ABDC4D0}"/>
              </a:ext>
            </a:extLst>
          </p:cNvPr>
          <p:cNvSpPr>
            <a:spLocks noGrp="1"/>
          </p:cNvSpPr>
          <p:nvPr>
            <p:ph idx="1"/>
          </p:nvPr>
        </p:nvSpPr>
        <p:spPr>
          <a:xfrm>
            <a:off x="838200" y="2506662"/>
            <a:ext cx="10515600" cy="4351338"/>
          </a:xfrm>
        </p:spPr>
        <p:txBody>
          <a:bodyPr/>
          <a:lstStyle/>
          <a:p>
            <a:pPr marL="0" indent="0">
              <a:buNone/>
            </a:pPr>
            <a:r>
              <a:rPr lang="en-IN" dirty="0"/>
              <a:t>The methodology is adaptable because the system uses a modular architecture, allowing new features and services to be added without changing the entire system. The same methodology can be adapted for different hostels, colleges, student capacities, and additional services, making the system suitable for changing institutional requirements.</a:t>
            </a:r>
          </a:p>
        </p:txBody>
      </p:sp>
      <p:sp>
        <p:nvSpPr>
          <p:cNvPr id="5" name="Rectangle 4">
            <a:extLst>
              <a:ext uri="{FF2B5EF4-FFF2-40B4-BE49-F238E27FC236}">
                <a16:creationId xmlns:a16="http://schemas.microsoft.com/office/drawing/2014/main" id="{7787FD62-911C-98AF-EA65-A27FD2BCF371}"/>
              </a:ext>
            </a:extLst>
          </p:cNvPr>
          <p:cNvSpPr/>
          <p:nvPr/>
        </p:nvSpPr>
        <p:spPr>
          <a:xfrm>
            <a:off x="0" y="0"/>
            <a:ext cx="12192000" cy="6350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D5382346-22C4-FB18-F66D-93A32A3B118B}"/>
              </a:ext>
            </a:extLst>
          </p:cNvPr>
          <p:cNvSpPr/>
          <p:nvPr/>
        </p:nvSpPr>
        <p:spPr>
          <a:xfrm>
            <a:off x="0" y="6210300"/>
            <a:ext cx="12192000" cy="6350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37680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90DFB-7AFA-13EC-588C-27F4707CD636}"/>
              </a:ext>
            </a:extLst>
          </p:cNvPr>
          <p:cNvSpPr>
            <a:spLocks noGrp="1"/>
          </p:cNvSpPr>
          <p:nvPr>
            <p:ph type="title"/>
          </p:nvPr>
        </p:nvSpPr>
        <p:spPr>
          <a:xfrm>
            <a:off x="838200" y="681037"/>
            <a:ext cx="10515600" cy="1009651"/>
          </a:xfrm>
        </p:spPr>
        <p:txBody>
          <a:bodyPr/>
          <a:lstStyle/>
          <a:p>
            <a:r>
              <a:rPr lang="en-US" dirty="0"/>
              <a:t>Methodology Evaluation </a:t>
            </a:r>
            <a:endParaRPr lang="en-IN" dirty="0"/>
          </a:p>
        </p:txBody>
      </p:sp>
      <p:sp>
        <p:nvSpPr>
          <p:cNvPr id="3" name="Content Placeholder 2">
            <a:extLst>
              <a:ext uri="{FF2B5EF4-FFF2-40B4-BE49-F238E27FC236}">
                <a16:creationId xmlns:a16="http://schemas.microsoft.com/office/drawing/2014/main" id="{AE29759A-95A7-8375-09FA-28637A8F6C40}"/>
              </a:ext>
            </a:extLst>
          </p:cNvPr>
          <p:cNvSpPr>
            <a:spLocks noGrp="1"/>
          </p:cNvSpPr>
          <p:nvPr>
            <p:ph idx="1"/>
          </p:nvPr>
        </p:nvSpPr>
        <p:spPr>
          <a:xfrm>
            <a:off x="838200" y="2306888"/>
            <a:ext cx="10515600" cy="4351338"/>
          </a:xfrm>
        </p:spPr>
        <p:txBody>
          <a:bodyPr/>
          <a:lstStyle/>
          <a:p>
            <a:pPr marL="0" indent="0">
              <a:buNone/>
            </a:pPr>
            <a:r>
              <a:rPr lang="en-IN" dirty="0"/>
              <a:t>The methodology is evaluated through functional testing, database validation, user-role testing, and workflow testing. The system is tested for student and administrator login, room allocation, bookings, payments, leave requests, complaints, and maintenance services. The evaluation confirms that the methodology supports efficient data management, accurate processing, centralized access, and reliable hostel service tracking.</a:t>
            </a:r>
          </a:p>
        </p:txBody>
      </p:sp>
      <p:sp>
        <p:nvSpPr>
          <p:cNvPr id="5" name="Rectangle 4">
            <a:extLst>
              <a:ext uri="{FF2B5EF4-FFF2-40B4-BE49-F238E27FC236}">
                <a16:creationId xmlns:a16="http://schemas.microsoft.com/office/drawing/2014/main" id="{79812CC5-D4BD-EDF3-1F44-668FC1DA8CEA}"/>
              </a:ext>
            </a:extLst>
          </p:cNvPr>
          <p:cNvSpPr/>
          <p:nvPr/>
        </p:nvSpPr>
        <p:spPr>
          <a:xfrm>
            <a:off x="0" y="0"/>
            <a:ext cx="12192000" cy="6350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0EC848C4-2983-8E5E-E7BC-8859A206ADAD}"/>
              </a:ext>
            </a:extLst>
          </p:cNvPr>
          <p:cNvSpPr/>
          <p:nvPr/>
        </p:nvSpPr>
        <p:spPr>
          <a:xfrm>
            <a:off x="0" y="6175375"/>
            <a:ext cx="12192000" cy="6350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53826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18352-5CE4-AEB8-4294-8F0EFF3CA790}"/>
              </a:ext>
            </a:extLst>
          </p:cNvPr>
          <p:cNvSpPr>
            <a:spLocks noGrp="1"/>
          </p:cNvSpPr>
          <p:nvPr>
            <p:ph type="title"/>
          </p:nvPr>
        </p:nvSpPr>
        <p:spPr>
          <a:xfrm>
            <a:off x="838200" y="681037"/>
            <a:ext cx="10515600" cy="1009651"/>
          </a:xfrm>
        </p:spPr>
        <p:txBody>
          <a:bodyPr/>
          <a:lstStyle/>
          <a:p>
            <a:r>
              <a:rPr lang="en-IN" dirty="0"/>
              <a:t>Dissemination and Accessibility</a:t>
            </a:r>
          </a:p>
        </p:txBody>
      </p:sp>
      <p:sp>
        <p:nvSpPr>
          <p:cNvPr id="3" name="Content Placeholder 2">
            <a:extLst>
              <a:ext uri="{FF2B5EF4-FFF2-40B4-BE49-F238E27FC236}">
                <a16:creationId xmlns:a16="http://schemas.microsoft.com/office/drawing/2014/main" id="{0CFE1E7C-70EA-8BC8-CFFC-2438D2F29940}"/>
              </a:ext>
            </a:extLst>
          </p:cNvPr>
          <p:cNvSpPr>
            <a:spLocks noGrp="1"/>
          </p:cNvSpPr>
          <p:nvPr>
            <p:ph idx="1"/>
          </p:nvPr>
        </p:nvSpPr>
        <p:spPr>
          <a:xfrm>
            <a:off x="838200" y="2290846"/>
            <a:ext cx="10515600" cy="4351338"/>
          </a:xfrm>
        </p:spPr>
        <p:txBody>
          <a:bodyPr/>
          <a:lstStyle/>
          <a:p>
            <a:pPr marL="0" indent="0">
              <a:buNone/>
            </a:pPr>
            <a:r>
              <a:rPr lang="en-IN" dirty="0"/>
              <a:t>The Hostel Management System can be easily disseminated through web-based deployment, allowing students and administrators to access the system using a standard web browser. It provides a centralized platform for hostel services, making information and services such as bookings, payments, leave requests, complaints, and maintenance easily accessible to users.</a:t>
            </a:r>
          </a:p>
          <a:p>
            <a:pPr marL="0" indent="0">
              <a:buNone/>
            </a:pPr>
            <a:endParaRPr lang="en-IN" dirty="0"/>
          </a:p>
        </p:txBody>
      </p:sp>
      <p:sp>
        <p:nvSpPr>
          <p:cNvPr id="5" name="Rectangle 4">
            <a:extLst>
              <a:ext uri="{FF2B5EF4-FFF2-40B4-BE49-F238E27FC236}">
                <a16:creationId xmlns:a16="http://schemas.microsoft.com/office/drawing/2014/main" id="{E4E98796-C5BE-502B-54C2-4F9F2F2E4CE4}"/>
              </a:ext>
            </a:extLst>
          </p:cNvPr>
          <p:cNvSpPr/>
          <p:nvPr/>
        </p:nvSpPr>
        <p:spPr>
          <a:xfrm>
            <a:off x="0" y="0"/>
            <a:ext cx="12192000" cy="6350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E76545A4-51CC-0530-D625-F10A9C02CD30}"/>
              </a:ext>
            </a:extLst>
          </p:cNvPr>
          <p:cNvSpPr/>
          <p:nvPr/>
        </p:nvSpPr>
        <p:spPr>
          <a:xfrm>
            <a:off x="0" y="6175375"/>
            <a:ext cx="12192000" cy="6350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749038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294</Words>
  <Application>Microsoft Office PowerPoint</Application>
  <PresentationFormat>Widescreen</PresentationFormat>
  <Paragraphs>16</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PowerPoint Presentation</vt:lpstr>
      <vt:lpstr>NOVELTY OF DEPLOYED METHODOLOGY</vt:lpstr>
      <vt:lpstr>ADAPTABILITY OF METHODOLOGY</vt:lpstr>
      <vt:lpstr>Methodology Evaluation </vt:lpstr>
      <vt:lpstr>Dissemination and Accessibility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Usha Rani Kuppa</dc:creator>
  <cp:lastModifiedBy>Usha Rani Kuppa</cp:lastModifiedBy>
  <cp:revision>1</cp:revision>
  <dcterms:created xsi:type="dcterms:W3CDTF">2026-10-02T04:08:54Z</dcterms:created>
  <dcterms:modified xsi:type="dcterms:W3CDTF">2026-10-02T18:15:05Z</dcterms:modified>
</cp:coreProperties>
</file>
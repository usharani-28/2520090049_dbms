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47" d="100"/>
          <a:sy n="47" d="100"/>
        </p:scale>
        <p:origin x="77" y="10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4B40A-9559-4030-C0BF-74C9F1DBE2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B1E5CC1-D6AC-92D7-F127-633BEAA85C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9771D05-09A9-D88D-8AB1-CE208EABB644}"/>
              </a:ext>
            </a:extLst>
          </p:cNvPr>
          <p:cNvSpPr>
            <a:spLocks noGrp="1"/>
          </p:cNvSpPr>
          <p:nvPr>
            <p:ph type="dt" sz="half" idx="10"/>
          </p:nvPr>
        </p:nvSpPr>
        <p:spPr/>
        <p:txBody>
          <a:bodyPr/>
          <a:lstStyle/>
          <a:p>
            <a:fld id="{6D6BA5BD-1292-4147-8623-2574279AB248}" type="datetimeFigureOut">
              <a:rPr lang="en-IN" smtClean="0"/>
              <a:t>01-10-2026</a:t>
            </a:fld>
            <a:endParaRPr lang="en-IN"/>
          </a:p>
        </p:txBody>
      </p:sp>
      <p:sp>
        <p:nvSpPr>
          <p:cNvPr id="5" name="Footer Placeholder 4">
            <a:extLst>
              <a:ext uri="{FF2B5EF4-FFF2-40B4-BE49-F238E27FC236}">
                <a16:creationId xmlns:a16="http://schemas.microsoft.com/office/drawing/2014/main" id="{58246684-D763-76DC-B8DA-0036B34EE8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9FB8CB-C2A3-8070-4536-3AFE334E57C1}"/>
              </a:ext>
            </a:extLst>
          </p:cNvPr>
          <p:cNvSpPr>
            <a:spLocks noGrp="1"/>
          </p:cNvSpPr>
          <p:nvPr>
            <p:ph type="sldNum" sz="quarter" idx="12"/>
          </p:nvPr>
        </p:nvSpPr>
        <p:spPr/>
        <p:txBody>
          <a:bodyPr/>
          <a:lstStyle/>
          <a:p>
            <a:fld id="{66C5DDDC-E406-4C8A-80BD-6DF24B60E36B}" type="slidenum">
              <a:rPr lang="en-IN" smtClean="0"/>
              <a:t>‹#›</a:t>
            </a:fld>
            <a:endParaRPr lang="en-IN"/>
          </a:p>
        </p:txBody>
      </p:sp>
    </p:spTree>
    <p:extLst>
      <p:ext uri="{BB962C8B-B14F-4D97-AF65-F5344CB8AC3E}">
        <p14:creationId xmlns:p14="http://schemas.microsoft.com/office/powerpoint/2010/main" val="761084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7C166-4C6C-8164-07DF-67AAF4AF4E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B26952-07D9-4C26-A570-092D388429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9D7E8C-B699-09DB-259F-56069BC25F64}"/>
              </a:ext>
            </a:extLst>
          </p:cNvPr>
          <p:cNvSpPr>
            <a:spLocks noGrp="1"/>
          </p:cNvSpPr>
          <p:nvPr>
            <p:ph type="dt" sz="half" idx="10"/>
          </p:nvPr>
        </p:nvSpPr>
        <p:spPr/>
        <p:txBody>
          <a:bodyPr/>
          <a:lstStyle/>
          <a:p>
            <a:fld id="{6D6BA5BD-1292-4147-8623-2574279AB248}" type="datetimeFigureOut">
              <a:rPr lang="en-IN" smtClean="0"/>
              <a:t>01-10-2026</a:t>
            </a:fld>
            <a:endParaRPr lang="en-IN"/>
          </a:p>
        </p:txBody>
      </p:sp>
      <p:sp>
        <p:nvSpPr>
          <p:cNvPr id="5" name="Footer Placeholder 4">
            <a:extLst>
              <a:ext uri="{FF2B5EF4-FFF2-40B4-BE49-F238E27FC236}">
                <a16:creationId xmlns:a16="http://schemas.microsoft.com/office/drawing/2014/main" id="{9E5A71C8-D89E-FF4C-6A0B-7984636A0A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BDEFC6-E5FF-BE4A-FE73-B91E7D2835AE}"/>
              </a:ext>
            </a:extLst>
          </p:cNvPr>
          <p:cNvSpPr>
            <a:spLocks noGrp="1"/>
          </p:cNvSpPr>
          <p:nvPr>
            <p:ph type="sldNum" sz="quarter" idx="12"/>
          </p:nvPr>
        </p:nvSpPr>
        <p:spPr/>
        <p:txBody>
          <a:bodyPr/>
          <a:lstStyle/>
          <a:p>
            <a:fld id="{66C5DDDC-E406-4C8A-80BD-6DF24B60E36B}" type="slidenum">
              <a:rPr lang="en-IN" smtClean="0"/>
              <a:t>‹#›</a:t>
            </a:fld>
            <a:endParaRPr lang="en-IN"/>
          </a:p>
        </p:txBody>
      </p:sp>
    </p:spTree>
    <p:extLst>
      <p:ext uri="{BB962C8B-B14F-4D97-AF65-F5344CB8AC3E}">
        <p14:creationId xmlns:p14="http://schemas.microsoft.com/office/powerpoint/2010/main" val="65279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C3B66-45EB-41C0-82F9-A422FA8AFA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F57E39F-DA35-651D-33D7-D4382B63D7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8A72F6-9D36-0951-BF1E-A8143935D183}"/>
              </a:ext>
            </a:extLst>
          </p:cNvPr>
          <p:cNvSpPr>
            <a:spLocks noGrp="1"/>
          </p:cNvSpPr>
          <p:nvPr>
            <p:ph type="dt" sz="half" idx="10"/>
          </p:nvPr>
        </p:nvSpPr>
        <p:spPr/>
        <p:txBody>
          <a:bodyPr/>
          <a:lstStyle/>
          <a:p>
            <a:fld id="{6D6BA5BD-1292-4147-8623-2574279AB248}" type="datetimeFigureOut">
              <a:rPr lang="en-IN" smtClean="0"/>
              <a:t>01-10-2026</a:t>
            </a:fld>
            <a:endParaRPr lang="en-IN"/>
          </a:p>
        </p:txBody>
      </p:sp>
      <p:sp>
        <p:nvSpPr>
          <p:cNvPr id="5" name="Footer Placeholder 4">
            <a:extLst>
              <a:ext uri="{FF2B5EF4-FFF2-40B4-BE49-F238E27FC236}">
                <a16:creationId xmlns:a16="http://schemas.microsoft.com/office/drawing/2014/main" id="{53519546-459F-8154-689E-EB84BA7B34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F232F5-625A-3681-6AB3-EE0365E99CC8}"/>
              </a:ext>
            </a:extLst>
          </p:cNvPr>
          <p:cNvSpPr>
            <a:spLocks noGrp="1"/>
          </p:cNvSpPr>
          <p:nvPr>
            <p:ph type="sldNum" sz="quarter" idx="12"/>
          </p:nvPr>
        </p:nvSpPr>
        <p:spPr/>
        <p:txBody>
          <a:bodyPr/>
          <a:lstStyle/>
          <a:p>
            <a:fld id="{66C5DDDC-E406-4C8A-80BD-6DF24B60E36B}" type="slidenum">
              <a:rPr lang="en-IN" smtClean="0"/>
              <a:t>‹#›</a:t>
            </a:fld>
            <a:endParaRPr lang="en-IN"/>
          </a:p>
        </p:txBody>
      </p:sp>
    </p:spTree>
    <p:extLst>
      <p:ext uri="{BB962C8B-B14F-4D97-AF65-F5344CB8AC3E}">
        <p14:creationId xmlns:p14="http://schemas.microsoft.com/office/powerpoint/2010/main" val="2893721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B8E1E-1615-3F84-48E6-43CCDE6E15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59A77F-6310-D1CF-6959-BC260F3CC5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38ADAF-3CCC-82DD-682D-20662E1A9A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560ECA3-10E5-5E6E-E5F9-81BD4CAF29AE}"/>
              </a:ext>
            </a:extLst>
          </p:cNvPr>
          <p:cNvSpPr>
            <a:spLocks noGrp="1"/>
          </p:cNvSpPr>
          <p:nvPr>
            <p:ph type="dt" sz="half" idx="10"/>
          </p:nvPr>
        </p:nvSpPr>
        <p:spPr/>
        <p:txBody>
          <a:bodyPr/>
          <a:lstStyle/>
          <a:p>
            <a:fld id="{6D6BA5BD-1292-4147-8623-2574279AB248}" type="datetimeFigureOut">
              <a:rPr lang="en-IN" smtClean="0"/>
              <a:t>01-10-2026</a:t>
            </a:fld>
            <a:endParaRPr lang="en-IN"/>
          </a:p>
        </p:txBody>
      </p:sp>
      <p:sp>
        <p:nvSpPr>
          <p:cNvPr id="6" name="Footer Placeholder 5">
            <a:extLst>
              <a:ext uri="{FF2B5EF4-FFF2-40B4-BE49-F238E27FC236}">
                <a16:creationId xmlns:a16="http://schemas.microsoft.com/office/drawing/2014/main" id="{B77F134E-2BD7-D7F4-FC27-561A854BD5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D47790-64F0-E916-CEF4-E621CBD6124F}"/>
              </a:ext>
            </a:extLst>
          </p:cNvPr>
          <p:cNvSpPr>
            <a:spLocks noGrp="1"/>
          </p:cNvSpPr>
          <p:nvPr>
            <p:ph type="sldNum" sz="quarter" idx="12"/>
          </p:nvPr>
        </p:nvSpPr>
        <p:spPr/>
        <p:txBody>
          <a:bodyPr/>
          <a:lstStyle/>
          <a:p>
            <a:fld id="{66C5DDDC-E406-4C8A-80BD-6DF24B60E36B}" type="slidenum">
              <a:rPr lang="en-IN" smtClean="0"/>
              <a:t>‹#›</a:t>
            </a:fld>
            <a:endParaRPr lang="en-IN"/>
          </a:p>
        </p:txBody>
      </p:sp>
    </p:spTree>
    <p:extLst>
      <p:ext uri="{BB962C8B-B14F-4D97-AF65-F5344CB8AC3E}">
        <p14:creationId xmlns:p14="http://schemas.microsoft.com/office/powerpoint/2010/main" val="2946105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FA7B5-B4A6-4DAD-D5F1-B2F03922DBA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985EA7-2697-DD34-9662-3E0E97E359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3A4683-5C3E-B052-673C-5005022DF5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52CBF59-11A7-EF03-8757-8E8DA76887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CFBFBF-64E7-3722-A16D-64C48075DE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DD8A197-3077-D3B5-A670-AB4DDCCC48B1}"/>
              </a:ext>
            </a:extLst>
          </p:cNvPr>
          <p:cNvSpPr>
            <a:spLocks noGrp="1"/>
          </p:cNvSpPr>
          <p:nvPr>
            <p:ph type="dt" sz="half" idx="10"/>
          </p:nvPr>
        </p:nvSpPr>
        <p:spPr/>
        <p:txBody>
          <a:bodyPr/>
          <a:lstStyle/>
          <a:p>
            <a:fld id="{6D6BA5BD-1292-4147-8623-2574279AB248}" type="datetimeFigureOut">
              <a:rPr lang="en-IN" smtClean="0"/>
              <a:t>01-10-2026</a:t>
            </a:fld>
            <a:endParaRPr lang="en-IN"/>
          </a:p>
        </p:txBody>
      </p:sp>
      <p:sp>
        <p:nvSpPr>
          <p:cNvPr id="8" name="Footer Placeholder 7">
            <a:extLst>
              <a:ext uri="{FF2B5EF4-FFF2-40B4-BE49-F238E27FC236}">
                <a16:creationId xmlns:a16="http://schemas.microsoft.com/office/drawing/2014/main" id="{5611A693-6276-AA9B-8584-602E546391A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BD99005-E43E-3C4A-E642-7ECD14168523}"/>
              </a:ext>
            </a:extLst>
          </p:cNvPr>
          <p:cNvSpPr>
            <a:spLocks noGrp="1"/>
          </p:cNvSpPr>
          <p:nvPr>
            <p:ph type="sldNum" sz="quarter" idx="12"/>
          </p:nvPr>
        </p:nvSpPr>
        <p:spPr/>
        <p:txBody>
          <a:bodyPr/>
          <a:lstStyle/>
          <a:p>
            <a:fld id="{66C5DDDC-E406-4C8A-80BD-6DF24B60E36B}" type="slidenum">
              <a:rPr lang="en-IN" smtClean="0"/>
              <a:t>‹#›</a:t>
            </a:fld>
            <a:endParaRPr lang="en-IN"/>
          </a:p>
        </p:txBody>
      </p:sp>
    </p:spTree>
    <p:extLst>
      <p:ext uri="{BB962C8B-B14F-4D97-AF65-F5344CB8AC3E}">
        <p14:creationId xmlns:p14="http://schemas.microsoft.com/office/powerpoint/2010/main" val="4088244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61106-955A-345D-6631-4BE0CD2B0E4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AD79142-BE5C-3CBF-473E-3FFCA0A23D7E}"/>
              </a:ext>
            </a:extLst>
          </p:cNvPr>
          <p:cNvSpPr>
            <a:spLocks noGrp="1"/>
          </p:cNvSpPr>
          <p:nvPr>
            <p:ph type="dt" sz="half" idx="10"/>
          </p:nvPr>
        </p:nvSpPr>
        <p:spPr/>
        <p:txBody>
          <a:bodyPr/>
          <a:lstStyle/>
          <a:p>
            <a:fld id="{6D6BA5BD-1292-4147-8623-2574279AB248}" type="datetimeFigureOut">
              <a:rPr lang="en-IN" smtClean="0"/>
              <a:t>01-10-2026</a:t>
            </a:fld>
            <a:endParaRPr lang="en-IN"/>
          </a:p>
        </p:txBody>
      </p:sp>
      <p:sp>
        <p:nvSpPr>
          <p:cNvPr id="4" name="Footer Placeholder 3">
            <a:extLst>
              <a:ext uri="{FF2B5EF4-FFF2-40B4-BE49-F238E27FC236}">
                <a16:creationId xmlns:a16="http://schemas.microsoft.com/office/drawing/2014/main" id="{59520CD1-8423-0E38-E154-84CBD3EC6D8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0C8CD43-E211-8511-74A8-3B81DC864483}"/>
              </a:ext>
            </a:extLst>
          </p:cNvPr>
          <p:cNvSpPr>
            <a:spLocks noGrp="1"/>
          </p:cNvSpPr>
          <p:nvPr>
            <p:ph type="sldNum" sz="quarter" idx="12"/>
          </p:nvPr>
        </p:nvSpPr>
        <p:spPr/>
        <p:txBody>
          <a:bodyPr/>
          <a:lstStyle/>
          <a:p>
            <a:fld id="{66C5DDDC-E406-4C8A-80BD-6DF24B60E36B}" type="slidenum">
              <a:rPr lang="en-IN" smtClean="0"/>
              <a:t>‹#›</a:t>
            </a:fld>
            <a:endParaRPr lang="en-IN"/>
          </a:p>
        </p:txBody>
      </p:sp>
    </p:spTree>
    <p:extLst>
      <p:ext uri="{BB962C8B-B14F-4D97-AF65-F5344CB8AC3E}">
        <p14:creationId xmlns:p14="http://schemas.microsoft.com/office/powerpoint/2010/main" val="4068581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189B51-B750-B5FE-E3EA-987BC1C23328}"/>
              </a:ext>
            </a:extLst>
          </p:cNvPr>
          <p:cNvSpPr>
            <a:spLocks noGrp="1"/>
          </p:cNvSpPr>
          <p:nvPr>
            <p:ph type="dt" sz="half" idx="10"/>
          </p:nvPr>
        </p:nvSpPr>
        <p:spPr/>
        <p:txBody>
          <a:bodyPr/>
          <a:lstStyle/>
          <a:p>
            <a:fld id="{6D6BA5BD-1292-4147-8623-2574279AB248}" type="datetimeFigureOut">
              <a:rPr lang="en-IN" smtClean="0"/>
              <a:t>01-10-2026</a:t>
            </a:fld>
            <a:endParaRPr lang="en-IN"/>
          </a:p>
        </p:txBody>
      </p:sp>
      <p:sp>
        <p:nvSpPr>
          <p:cNvPr id="3" name="Footer Placeholder 2">
            <a:extLst>
              <a:ext uri="{FF2B5EF4-FFF2-40B4-BE49-F238E27FC236}">
                <a16:creationId xmlns:a16="http://schemas.microsoft.com/office/drawing/2014/main" id="{2E448744-0235-6FDC-428D-6432CAF32FA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7C48983-F9B0-8CE5-C8F7-15CAB83B32CA}"/>
              </a:ext>
            </a:extLst>
          </p:cNvPr>
          <p:cNvSpPr>
            <a:spLocks noGrp="1"/>
          </p:cNvSpPr>
          <p:nvPr>
            <p:ph type="sldNum" sz="quarter" idx="12"/>
          </p:nvPr>
        </p:nvSpPr>
        <p:spPr/>
        <p:txBody>
          <a:bodyPr/>
          <a:lstStyle/>
          <a:p>
            <a:fld id="{66C5DDDC-E406-4C8A-80BD-6DF24B60E36B}" type="slidenum">
              <a:rPr lang="en-IN" smtClean="0"/>
              <a:t>‹#›</a:t>
            </a:fld>
            <a:endParaRPr lang="en-IN"/>
          </a:p>
        </p:txBody>
      </p:sp>
    </p:spTree>
    <p:extLst>
      <p:ext uri="{BB962C8B-B14F-4D97-AF65-F5344CB8AC3E}">
        <p14:creationId xmlns:p14="http://schemas.microsoft.com/office/powerpoint/2010/main" val="1217318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D0A4D-B325-E664-7F8C-0EE0373287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26491BA-CFA8-0CA9-C80E-082B5EE34F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49281DD-8793-4E0D-7750-7DAA360C30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8C9E7C-99FC-334D-6034-281D571B2EF3}"/>
              </a:ext>
            </a:extLst>
          </p:cNvPr>
          <p:cNvSpPr>
            <a:spLocks noGrp="1"/>
          </p:cNvSpPr>
          <p:nvPr>
            <p:ph type="dt" sz="half" idx="10"/>
          </p:nvPr>
        </p:nvSpPr>
        <p:spPr/>
        <p:txBody>
          <a:bodyPr/>
          <a:lstStyle/>
          <a:p>
            <a:fld id="{6D6BA5BD-1292-4147-8623-2574279AB248}" type="datetimeFigureOut">
              <a:rPr lang="en-IN" smtClean="0"/>
              <a:t>01-10-2026</a:t>
            </a:fld>
            <a:endParaRPr lang="en-IN"/>
          </a:p>
        </p:txBody>
      </p:sp>
      <p:sp>
        <p:nvSpPr>
          <p:cNvPr id="6" name="Footer Placeholder 5">
            <a:extLst>
              <a:ext uri="{FF2B5EF4-FFF2-40B4-BE49-F238E27FC236}">
                <a16:creationId xmlns:a16="http://schemas.microsoft.com/office/drawing/2014/main" id="{D01B379C-489F-FCD8-84FA-DDD65F9FA9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23095F-0BDA-ABCA-F490-95B4537576A1}"/>
              </a:ext>
            </a:extLst>
          </p:cNvPr>
          <p:cNvSpPr>
            <a:spLocks noGrp="1"/>
          </p:cNvSpPr>
          <p:nvPr>
            <p:ph type="sldNum" sz="quarter" idx="12"/>
          </p:nvPr>
        </p:nvSpPr>
        <p:spPr/>
        <p:txBody>
          <a:bodyPr/>
          <a:lstStyle/>
          <a:p>
            <a:fld id="{66C5DDDC-E406-4C8A-80BD-6DF24B60E36B}" type="slidenum">
              <a:rPr lang="en-IN" smtClean="0"/>
              <a:t>‹#›</a:t>
            </a:fld>
            <a:endParaRPr lang="en-IN"/>
          </a:p>
        </p:txBody>
      </p:sp>
    </p:spTree>
    <p:extLst>
      <p:ext uri="{BB962C8B-B14F-4D97-AF65-F5344CB8AC3E}">
        <p14:creationId xmlns:p14="http://schemas.microsoft.com/office/powerpoint/2010/main" val="1169399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0F2FC-E8C6-4B84-4C31-94F7631BDF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9985026-B34E-9956-8B98-D5418F6680F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84D58A0-0DE0-9D30-18C1-5CB461711E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265E60-8E1A-6C04-88CF-2271BBE0211D}"/>
              </a:ext>
            </a:extLst>
          </p:cNvPr>
          <p:cNvSpPr>
            <a:spLocks noGrp="1"/>
          </p:cNvSpPr>
          <p:nvPr>
            <p:ph type="dt" sz="half" idx="10"/>
          </p:nvPr>
        </p:nvSpPr>
        <p:spPr/>
        <p:txBody>
          <a:bodyPr/>
          <a:lstStyle/>
          <a:p>
            <a:fld id="{6D6BA5BD-1292-4147-8623-2574279AB248}" type="datetimeFigureOut">
              <a:rPr lang="en-IN" smtClean="0"/>
              <a:t>01-10-2026</a:t>
            </a:fld>
            <a:endParaRPr lang="en-IN"/>
          </a:p>
        </p:txBody>
      </p:sp>
      <p:sp>
        <p:nvSpPr>
          <p:cNvPr id="6" name="Footer Placeholder 5">
            <a:extLst>
              <a:ext uri="{FF2B5EF4-FFF2-40B4-BE49-F238E27FC236}">
                <a16:creationId xmlns:a16="http://schemas.microsoft.com/office/drawing/2014/main" id="{35F65B2E-4AA2-8F55-B706-CA4E231D5D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C85A5B-C044-8EB1-8055-4E720064F2AC}"/>
              </a:ext>
            </a:extLst>
          </p:cNvPr>
          <p:cNvSpPr>
            <a:spLocks noGrp="1"/>
          </p:cNvSpPr>
          <p:nvPr>
            <p:ph type="sldNum" sz="quarter" idx="12"/>
          </p:nvPr>
        </p:nvSpPr>
        <p:spPr/>
        <p:txBody>
          <a:bodyPr/>
          <a:lstStyle/>
          <a:p>
            <a:fld id="{66C5DDDC-E406-4C8A-80BD-6DF24B60E36B}" type="slidenum">
              <a:rPr lang="en-IN" smtClean="0"/>
              <a:t>‹#›</a:t>
            </a:fld>
            <a:endParaRPr lang="en-IN"/>
          </a:p>
        </p:txBody>
      </p:sp>
    </p:spTree>
    <p:extLst>
      <p:ext uri="{BB962C8B-B14F-4D97-AF65-F5344CB8AC3E}">
        <p14:creationId xmlns:p14="http://schemas.microsoft.com/office/powerpoint/2010/main" val="2888076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1E15-FB4D-EAA6-45E3-3DBCF7AEF82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B3F8FD-F91C-8B15-4CDE-A97445CA4A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01ABC4-6BE6-7254-0B15-85D9CE40F7EF}"/>
              </a:ext>
            </a:extLst>
          </p:cNvPr>
          <p:cNvSpPr>
            <a:spLocks noGrp="1"/>
          </p:cNvSpPr>
          <p:nvPr>
            <p:ph type="dt" sz="half" idx="10"/>
          </p:nvPr>
        </p:nvSpPr>
        <p:spPr/>
        <p:txBody>
          <a:bodyPr/>
          <a:lstStyle/>
          <a:p>
            <a:fld id="{6D6BA5BD-1292-4147-8623-2574279AB248}" type="datetimeFigureOut">
              <a:rPr lang="en-IN" smtClean="0"/>
              <a:t>01-10-2026</a:t>
            </a:fld>
            <a:endParaRPr lang="en-IN"/>
          </a:p>
        </p:txBody>
      </p:sp>
      <p:sp>
        <p:nvSpPr>
          <p:cNvPr id="5" name="Footer Placeholder 4">
            <a:extLst>
              <a:ext uri="{FF2B5EF4-FFF2-40B4-BE49-F238E27FC236}">
                <a16:creationId xmlns:a16="http://schemas.microsoft.com/office/drawing/2014/main" id="{5FA83310-92C4-D981-90E2-01DC177EAB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1D4210-8189-7D5C-4A86-CF55966F4D75}"/>
              </a:ext>
            </a:extLst>
          </p:cNvPr>
          <p:cNvSpPr>
            <a:spLocks noGrp="1"/>
          </p:cNvSpPr>
          <p:nvPr>
            <p:ph type="sldNum" sz="quarter" idx="12"/>
          </p:nvPr>
        </p:nvSpPr>
        <p:spPr/>
        <p:txBody>
          <a:bodyPr/>
          <a:lstStyle/>
          <a:p>
            <a:fld id="{66C5DDDC-E406-4C8A-80BD-6DF24B60E36B}" type="slidenum">
              <a:rPr lang="en-IN" smtClean="0"/>
              <a:t>‹#›</a:t>
            </a:fld>
            <a:endParaRPr lang="en-IN"/>
          </a:p>
        </p:txBody>
      </p:sp>
    </p:spTree>
    <p:extLst>
      <p:ext uri="{BB962C8B-B14F-4D97-AF65-F5344CB8AC3E}">
        <p14:creationId xmlns:p14="http://schemas.microsoft.com/office/powerpoint/2010/main" val="2931079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CEEEBB-E4C1-DD7D-4BE7-79CAB69FE7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1E81DA-CA9D-F8F1-2417-34C9AB8F02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FED13E-4A33-E003-62C5-60ECAB1935FA}"/>
              </a:ext>
            </a:extLst>
          </p:cNvPr>
          <p:cNvSpPr>
            <a:spLocks noGrp="1"/>
          </p:cNvSpPr>
          <p:nvPr>
            <p:ph type="dt" sz="half" idx="10"/>
          </p:nvPr>
        </p:nvSpPr>
        <p:spPr/>
        <p:txBody>
          <a:bodyPr/>
          <a:lstStyle/>
          <a:p>
            <a:fld id="{6D6BA5BD-1292-4147-8623-2574279AB248}" type="datetimeFigureOut">
              <a:rPr lang="en-IN" smtClean="0"/>
              <a:t>01-10-2026</a:t>
            </a:fld>
            <a:endParaRPr lang="en-IN"/>
          </a:p>
        </p:txBody>
      </p:sp>
      <p:sp>
        <p:nvSpPr>
          <p:cNvPr id="5" name="Footer Placeholder 4">
            <a:extLst>
              <a:ext uri="{FF2B5EF4-FFF2-40B4-BE49-F238E27FC236}">
                <a16:creationId xmlns:a16="http://schemas.microsoft.com/office/drawing/2014/main" id="{13D6B07F-5070-0FA0-2C1A-7C3F2B1A23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05C16C-B973-48C7-2A06-927290C6D64C}"/>
              </a:ext>
            </a:extLst>
          </p:cNvPr>
          <p:cNvSpPr>
            <a:spLocks noGrp="1"/>
          </p:cNvSpPr>
          <p:nvPr>
            <p:ph type="sldNum" sz="quarter" idx="12"/>
          </p:nvPr>
        </p:nvSpPr>
        <p:spPr/>
        <p:txBody>
          <a:bodyPr/>
          <a:lstStyle/>
          <a:p>
            <a:fld id="{66C5DDDC-E406-4C8A-80BD-6DF24B60E36B}" type="slidenum">
              <a:rPr lang="en-IN" smtClean="0"/>
              <a:t>‹#›</a:t>
            </a:fld>
            <a:endParaRPr lang="en-IN"/>
          </a:p>
        </p:txBody>
      </p:sp>
    </p:spTree>
    <p:extLst>
      <p:ext uri="{BB962C8B-B14F-4D97-AF65-F5344CB8AC3E}">
        <p14:creationId xmlns:p14="http://schemas.microsoft.com/office/powerpoint/2010/main" val="2336585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1E6E20-8AF9-CC92-5389-B4D1573F46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F4B477-53AA-5FDD-3A48-CAA3BA6300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2F2BBA-90FF-93B0-74FF-212C6B2546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6BA5BD-1292-4147-8623-2574279AB248}" type="datetimeFigureOut">
              <a:rPr lang="en-IN" smtClean="0"/>
              <a:t>01-10-2026</a:t>
            </a:fld>
            <a:endParaRPr lang="en-IN"/>
          </a:p>
        </p:txBody>
      </p:sp>
      <p:sp>
        <p:nvSpPr>
          <p:cNvPr id="5" name="Footer Placeholder 4">
            <a:extLst>
              <a:ext uri="{FF2B5EF4-FFF2-40B4-BE49-F238E27FC236}">
                <a16:creationId xmlns:a16="http://schemas.microsoft.com/office/drawing/2014/main" id="{5C0947F6-FEC7-2FFA-868A-2A46A7E879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D12FA19-6292-4A3F-6BAB-BE3A5D8FA6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C5DDDC-E406-4C8A-80BD-6DF24B60E36B}" type="slidenum">
              <a:rPr lang="en-IN" smtClean="0"/>
              <a:t>‹#›</a:t>
            </a:fld>
            <a:endParaRPr lang="en-IN"/>
          </a:p>
        </p:txBody>
      </p:sp>
    </p:spTree>
    <p:extLst>
      <p:ext uri="{BB962C8B-B14F-4D97-AF65-F5344CB8AC3E}">
        <p14:creationId xmlns:p14="http://schemas.microsoft.com/office/powerpoint/2010/main" val="3052481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6644A-0843-CB73-8C6B-2D1875D2950A}"/>
              </a:ext>
            </a:extLst>
          </p:cNvPr>
          <p:cNvSpPr>
            <a:spLocks noGrp="1"/>
          </p:cNvSpPr>
          <p:nvPr>
            <p:ph type="ctrTitle"/>
          </p:nvPr>
        </p:nvSpPr>
        <p:spPr>
          <a:xfrm>
            <a:off x="1142999" y="511728"/>
            <a:ext cx="10702255" cy="1333401"/>
          </a:xfrm>
        </p:spPr>
        <p:txBody>
          <a:bodyPr/>
          <a:lstStyle/>
          <a:p>
            <a:endParaRPr lang="en-IN" dirty="0"/>
          </a:p>
        </p:txBody>
      </p:sp>
      <p:sp>
        <p:nvSpPr>
          <p:cNvPr id="3" name="Subtitle 2">
            <a:extLst>
              <a:ext uri="{FF2B5EF4-FFF2-40B4-BE49-F238E27FC236}">
                <a16:creationId xmlns:a16="http://schemas.microsoft.com/office/drawing/2014/main" id="{4C0CED7D-02B3-84E7-DF38-645F6268633C}"/>
              </a:ext>
            </a:extLst>
          </p:cNvPr>
          <p:cNvSpPr>
            <a:spLocks noGrp="1"/>
          </p:cNvSpPr>
          <p:nvPr>
            <p:ph type="subTitle" idx="1"/>
          </p:nvPr>
        </p:nvSpPr>
        <p:spPr>
          <a:xfrm>
            <a:off x="1142999" y="1937204"/>
            <a:ext cx="10702256" cy="4409068"/>
          </a:xfrm>
        </p:spPr>
        <p:txBody>
          <a:bodyPr/>
          <a:lstStyle/>
          <a:p>
            <a:r>
              <a:rPr lang="en-US" sz="4000" b="1" dirty="0">
                <a:solidFill>
                  <a:schemeClr val="accent5">
                    <a:lumMod val="60000"/>
                    <a:lumOff val="40000"/>
                  </a:schemeClr>
                </a:solidFill>
              </a:rPr>
              <a:t>Hostel and Mess Manage System</a:t>
            </a:r>
          </a:p>
          <a:p>
            <a:r>
              <a:rPr lang="en-US" b="1" dirty="0">
                <a:solidFill>
                  <a:srgbClr val="FF0000"/>
                </a:solidFill>
              </a:rPr>
              <a:t>Team Members Details</a:t>
            </a:r>
          </a:p>
          <a:p>
            <a:r>
              <a:rPr lang="en-US" dirty="0"/>
              <a:t>Usharani-2520090049</a:t>
            </a:r>
          </a:p>
          <a:p>
            <a:r>
              <a:rPr lang="en-US" dirty="0"/>
              <a:t>Mrudula-2520090073</a:t>
            </a:r>
          </a:p>
          <a:p>
            <a:r>
              <a:rPr lang="en-US" dirty="0"/>
              <a:t>Navya-2520090189</a:t>
            </a:r>
          </a:p>
          <a:p>
            <a:r>
              <a:rPr lang="en-US" dirty="0"/>
              <a:t>II Year  </a:t>
            </a:r>
            <a:r>
              <a:rPr lang="en-US" dirty="0" err="1"/>
              <a:t>B.Tech</a:t>
            </a:r>
            <a:r>
              <a:rPr lang="en-US" dirty="0"/>
              <a:t> – I Semester – CS &amp; IT</a:t>
            </a:r>
          </a:p>
          <a:p>
            <a:r>
              <a:rPr lang="en-US" b="1" dirty="0">
                <a:solidFill>
                  <a:schemeClr val="tx1">
                    <a:lumMod val="95000"/>
                    <a:lumOff val="5000"/>
                  </a:schemeClr>
                </a:solidFill>
              </a:rPr>
              <a:t>Under the Guidance of</a:t>
            </a:r>
          </a:p>
          <a:p>
            <a:r>
              <a:rPr lang="en-US" b="1" dirty="0">
                <a:solidFill>
                  <a:srgbClr val="FF0000"/>
                </a:solidFill>
              </a:rPr>
              <a:t>Dr .M . Gayatri</a:t>
            </a:r>
            <a:endParaRPr lang="en-IN" b="1" dirty="0">
              <a:solidFill>
                <a:srgbClr val="FF0000"/>
              </a:solidFill>
            </a:endParaRPr>
          </a:p>
        </p:txBody>
      </p:sp>
      <p:sp>
        <p:nvSpPr>
          <p:cNvPr id="4" name="Rectangle 3">
            <a:extLst>
              <a:ext uri="{FF2B5EF4-FFF2-40B4-BE49-F238E27FC236}">
                <a16:creationId xmlns:a16="http://schemas.microsoft.com/office/drawing/2014/main" id="{6A4F281E-4FAB-394B-5154-015FB4F423F9}"/>
              </a:ext>
            </a:extLst>
          </p:cNvPr>
          <p:cNvSpPr/>
          <p:nvPr/>
        </p:nvSpPr>
        <p:spPr>
          <a:xfrm>
            <a:off x="0" y="0"/>
            <a:ext cx="12192000" cy="511728"/>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0EA55F61-67F9-051F-FFAA-33512C90A186}"/>
              </a:ext>
            </a:extLst>
          </p:cNvPr>
          <p:cNvSpPr/>
          <p:nvPr/>
        </p:nvSpPr>
        <p:spPr>
          <a:xfrm>
            <a:off x="0" y="6442744"/>
            <a:ext cx="12192000" cy="41525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1">
            <a:extLst>
              <a:ext uri="{FF2B5EF4-FFF2-40B4-BE49-F238E27FC236}">
                <a16:creationId xmlns:a16="http://schemas.microsoft.com/office/drawing/2014/main" id="{FDA38AA2-8379-BA1E-84C0-1854A8D14E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603803"/>
            <a:ext cx="938530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5560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C40A3-B915-D8E1-184C-31CE43DFAD2E}"/>
              </a:ext>
            </a:extLst>
          </p:cNvPr>
          <p:cNvSpPr>
            <a:spLocks noGrp="1"/>
          </p:cNvSpPr>
          <p:nvPr>
            <p:ph type="title"/>
          </p:nvPr>
        </p:nvSpPr>
        <p:spPr>
          <a:xfrm>
            <a:off x="838200" y="702129"/>
            <a:ext cx="10515600" cy="702129"/>
          </a:xfrm>
        </p:spPr>
        <p:txBody>
          <a:bodyPr/>
          <a:lstStyle/>
          <a:p>
            <a:r>
              <a:rPr lang="en-US" dirty="0"/>
              <a:t>PROJECT FEASIBILTY ANALYSIS</a:t>
            </a:r>
            <a:endParaRPr lang="en-IN" dirty="0"/>
          </a:p>
        </p:txBody>
      </p:sp>
      <p:sp>
        <p:nvSpPr>
          <p:cNvPr id="3" name="Content Placeholder 2">
            <a:extLst>
              <a:ext uri="{FF2B5EF4-FFF2-40B4-BE49-F238E27FC236}">
                <a16:creationId xmlns:a16="http://schemas.microsoft.com/office/drawing/2014/main" id="{8F99BCB3-9DA1-E894-355F-B1376F708CC7}"/>
              </a:ext>
            </a:extLst>
          </p:cNvPr>
          <p:cNvSpPr>
            <a:spLocks noGrp="1"/>
          </p:cNvSpPr>
          <p:nvPr>
            <p:ph idx="1"/>
          </p:nvPr>
        </p:nvSpPr>
        <p:spPr>
          <a:xfrm>
            <a:off x="838200" y="1665514"/>
            <a:ext cx="10515600" cy="4511449"/>
          </a:xfrm>
        </p:spPr>
        <p:txBody>
          <a:bodyPr/>
          <a:lstStyle/>
          <a:p>
            <a:pPr marL="0" indent="0">
              <a:buNone/>
            </a:pPr>
            <a:r>
              <a:rPr lang="en-IN" dirty="0"/>
              <a:t>The </a:t>
            </a:r>
            <a:r>
              <a:rPr lang="en-IN" b="1" dirty="0"/>
              <a:t>Hostel </a:t>
            </a:r>
            <a:r>
              <a:rPr lang="en-IN" dirty="0"/>
              <a:t>Management System is feasible because it uses commonly available technologies such as Next.js, TypeScript, MongoDB, and Prisma ORM. It can be developed and operated on standard computer systems with low software and maintenance costs. The system is operationally feasible as students can manage bookings, payments, leave requests, complaints, and maintenance online, while administrators can manage hostel records through a centralized dashboard. It is also scalable, allowing additional students, rooms, hostels, and services to be added in the future.</a:t>
            </a:r>
          </a:p>
          <a:p>
            <a:pPr marL="0" indent="0">
              <a:buNone/>
            </a:pPr>
            <a:endParaRPr lang="en-IN" dirty="0"/>
          </a:p>
        </p:txBody>
      </p:sp>
      <p:sp>
        <p:nvSpPr>
          <p:cNvPr id="4" name="Rectangle 3">
            <a:extLst>
              <a:ext uri="{FF2B5EF4-FFF2-40B4-BE49-F238E27FC236}">
                <a16:creationId xmlns:a16="http://schemas.microsoft.com/office/drawing/2014/main" id="{BE2055C4-0A7C-14FF-1382-4D5598DA5E15}"/>
              </a:ext>
            </a:extLst>
          </p:cNvPr>
          <p:cNvSpPr/>
          <p:nvPr/>
        </p:nvSpPr>
        <p:spPr>
          <a:xfrm>
            <a:off x="0" y="0"/>
            <a:ext cx="12192000" cy="7021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CFAB49C6-1CF5-E6D2-EDC1-879B53E0D113}"/>
              </a:ext>
            </a:extLst>
          </p:cNvPr>
          <p:cNvSpPr/>
          <p:nvPr/>
        </p:nvSpPr>
        <p:spPr>
          <a:xfrm>
            <a:off x="0" y="6176963"/>
            <a:ext cx="12192000" cy="7021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59587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01966-879C-7C24-E939-7D70EE010068}"/>
              </a:ext>
            </a:extLst>
          </p:cNvPr>
          <p:cNvSpPr>
            <a:spLocks noGrp="1"/>
          </p:cNvSpPr>
          <p:nvPr>
            <p:ph type="title"/>
          </p:nvPr>
        </p:nvSpPr>
        <p:spPr>
          <a:xfrm>
            <a:off x="669471" y="702129"/>
            <a:ext cx="10684329" cy="702129"/>
          </a:xfrm>
        </p:spPr>
        <p:txBody>
          <a:bodyPr/>
          <a:lstStyle/>
          <a:p>
            <a:r>
              <a:rPr lang="en-US" dirty="0"/>
              <a:t>ORIENTED WITH SOCAIL NEEDS</a:t>
            </a:r>
            <a:endParaRPr lang="en-IN" dirty="0"/>
          </a:p>
        </p:txBody>
      </p:sp>
      <p:sp>
        <p:nvSpPr>
          <p:cNvPr id="3" name="Content Placeholder 2">
            <a:extLst>
              <a:ext uri="{FF2B5EF4-FFF2-40B4-BE49-F238E27FC236}">
                <a16:creationId xmlns:a16="http://schemas.microsoft.com/office/drawing/2014/main" id="{427D6E37-24E1-67FB-4972-5124FC4289DE}"/>
              </a:ext>
            </a:extLst>
          </p:cNvPr>
          <p:cNvSpPr>
            <a:spLocks noGrp="1"/>
          </p:cNvSpPr>
          <p:nvPr>
            <p:ph idx="1"/>
          </p:nvPr>
        </p:nvSpPr>
        <p:spPr>
          <a:xfrm>
            <a:off x="669471" y="1812471"/>
            <a:ext cx="10684329" cy="4364492"/>
          </a:xfrm>
        </p:spPr>
        <p:txBody>
          <a:bodyPr/>
          <a:lstStyle/>
          <a:p>
            <a:pPr marL="0" indent="0">
              <a:buNone/>
            </a:pPr>
            <a:r>
              <a:rPr lang="en-IN" dirty="0"/>
              <a:t>The Hostel Management System is socially feasible because it addresses common problems faced by students and hostel administrators, such as manual record keeping, delays in handling requests, and difficulty tracking complaints and maintenance. By providing online access to room allocation, bookings, payments, leave requests, complaints, and maintenance services, the system saves time, reduces paperwork, improves transparency, and makes hostel services more convenient and accessible for students.</a:t>
            </a:r>
          </a:p>
          <a:p>
            <a:pPr marL="0" indent="0">
              <a:buNone/>
            </a:pPr>
            <a:endParaRPr lang="en-IN" dirty="0"/>
          </a:p>
        </p:txBody>
      </p:sp>
      <p:sp>
        <p:nvSpPr>
          <p:cNvPr id="5" name="Rectangle 4">
            <a:extLst>
              <a:ext uri="{FF2B5EF4-FFF2-40B4-BE49-F238E27FC236}">
                <a16:creationId xmlns:a16="http://schemas.microsoft.com/office/drawing/2014/main" id="{30C1564C-3133-C950-FEE4-B9EF72803017}"/>
              </a:ext>
            </a:extLst>
          </p:cNvPr>
          <p:cNvSpPr/>
          <p:nvPr/>
        </p:nvSpPr>
        <p:spPr>
          <a:xfrm>
            <a:off x="0" y="0"/>
            <a:ext cx="12192000" cy="7021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A4D128F1-181A-116B-244D-E891083CD34B}"/>
              </a:ext>
            </a:extLst>
          </p:cNvPr>
          <p:cNvSpPr/>
          <p:nvPr/>
        </p:nvSpPr>
        <p:spPr>
          <a:xfrm>
            <a:off x="0" y="6141810"/>
            <a:ext cx="12192000" cy="7021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82119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D7766-A4DE-724A-186D-FF0827F973F4}"/>
              </a:ext>
            </a:extLst>
          </p:cNvPr>
          <p:cNvSpPr>
            <a:spLocks noGrp="1"/>
          </p:cNvSpPr>
          <p:nvPr>
            <p:ph type="title"/>
          </p:nvPr>
        </p:nvSpPr>
        <p:spPr>
          <a:xfrm>
            <a:off x="838200" y="702129"/>
            <a:ext cx="10515600" cy="963385"/>
          </a:xfrm>
        </p:spPr>
        <p:txBody>
          <a:bodyPr/>
          <a:lstStyle/>
          <a:p>
            <a:r>
              <a:rPr lang="en-US" dirty="0"/>
              <a:t>NOVALITY OF OUR PROJECT</a:t>
            </a:r>
            <a:endParaRPr lang="en-IN" dirty="0"/>
          </a:p>
        </p:txBody>
      </p:sp>
      <p:sp>
        <p:nvSpPr>
          <p:cNvPr id="3" name="Content Placeholder 2">
            <a:extLst>
              <a:ext uri="{FF2B5EF4-FFF2-40B4-BE49-F238E27FC236}">
                <a16:creationId xmlns:a16="http://schemas.microsoft.com/office/drawing/2014/main" id="{40F6C82E-EB54-4001-F3EA-458D92EA493C}"/>
              </a:ext>
            </a:extLst>
          </p:cNvPr>
          <p:cNvSpPr>
            <a:spLocks noGrp="1"/>
          </p:cNvSpPr>
          <p:nvPr>
            <p:ph idx="1"/>
          </p:nvPr>
        </p:nvSpPr>
        <p:spPr>
          <a:xfrm>
            <a:off x="838200" y="1665514"/>
            <a:ext cx="10515600" cy="4511449"/>
          </a:xfrm>
        </p:spPr>
        <p:txBody>
          <a:bodyPr>
            <a:normAutofit/>
          </a:bodyPr>
          <a:lstStyle/>
          <a:p>
            <a:pPr marL="0" indent="0">
              <a:buNone/>
            </a:pPr>
            <a:r>
              <a:rPr lang="en-IN" altLang="en-US" dirty="0"/>
              <a:t>Our project introduces a smart, centralized, software-based Hostel &amp; Mess Management System that integrates hostel and mess operations into a single platform. Unlike traditional systems that mainly provide basic record management, our system uses rule-based smart features such as suitable room allocation, complaint priority classification, roommate compatibility matching, mess feedback analysis, automated notifications, and real-time status tracking. Role-based dashboards provide customized access for students, wardens, mess staff, and administrators. This approach reduces manual work, improves transparency, and enables faster decision-making using centralized data.</a:t>
            </a:r>
          </a:p>
          <a:p>
            <a:pPr marL="0" indent="0">
              <a:buNone/>
            </a:pPr>
            <a:endParaRPr lang="en-IN" dirty="0"/>
          </a:p>
        </p:txBody>
      </p:sp>
      <p:sp>
        <p:nvSpPr>
          <p:cNvPr id="5" name="Rectangle 4">
            <a:extLst>
              <a:ext uri="{FF2B5EF4-FFF2-40B4-BE49-F238E27FC236}">
                <a16:creationId xmlns:a16="http://schemas.microsoft.com/office/drawing/2014/main" id="{FEF312AD-6267-44C2-B1C3-F2E30B04AB03}"/>
              </a:ext>
            </a:extLst>
          </p:cNvPr>
          <p:cNvSpPr/>
          <p:nvPr/>
        </p:nvSpPr>
        <p:spPr>
          <a:xfrm>
            <a:off x="0" y="0"/>
            <a:ext cx="12192000" cy="7021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A6F6D972-04F3-1653-83B3-750E8DD66D51}"/>
              </a:ext>
            </a:extLst>
          </p:cNvPr>
          <p:cNvSpPr/>
          <p:nvPr/>
        </p:nvSpPr>
        <p:spPr>
          <a:xfrm>
            <a:off x="0" y="6141810"/>
            <a:ext cx="12192000" cy="7021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39424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321</Words>
  <Application>Microsoft Office PowerPoint</Application>
  <PresentationFormat>Widescreen</PresentationFormat>
  <Paragraphs>14</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PROJECT FEASIBILTY ANALYSIS</vt:lpstr>
      <vt:lpstr>ORIENTED WITH SOCAIL NEEDS</vt:lpstr>
      <vt:lpstr>NOVALITY OF OUR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Usha Rani Kuppa</dc:creator>
  <cp:lastModifiedBy>Usha Rani Kuppa</cp:lastModifiedBy>
  <cp:revision>1</cp:revision>
  <dcterms:created xsi:type="dcterms:W3CDTF">2026-10-01T17:06:06Z</dcterms:created>
  <dcterms:modified xsi:type="dcterms:W3CDTF">2026-10-01T17:06:58Z</dcterms:modified>
</cp:coreProperties>
</file>